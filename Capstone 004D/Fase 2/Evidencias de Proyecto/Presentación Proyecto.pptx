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Garet" pitchFamily="2" charset="77"/>
      <p:regular r:id="rId15"/>
    </p:embeddedFont>
    <p:embeddedFont>
      <p:font typeface="Garet Bold" pitchFamily="2" charset="77"/>
      <p:regular r:id="rId16"/>
      <p:bold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Bold" panose="020B0806030504020204" pitchFamily="34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0" autoAdjust="0"/>
  </p:normalViewPr>
  <p:slideViewPr>
    <p:cSldViewPr>
      <p:cViewPr varScale="1">
        <p:scale>
          <a:sx n="76" d="100"/>
          <a:sy n="76" d="100"/>
        </p:scale>
        <p:origin x="712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43409" y="7434808"/>
            <a:ext cx="6608019" cy="2376297"/>
            <a:chOff x="0" y="0"/>
            <a:chExt cx="2019681" cy="7261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9681" cy="726186"/>
            </a:xfrm>
            <a:custGeom>
              <a:avLst/>
              <a:gdLst/>
              <a:ahLst/>
              <a:cxnLst/>
              <a:rect l="l" t="t" r="r" b="b"/>
              <a:pathLst>
                <a:path w="2019681" h="726186">
                  <a:moveTo>
                    <a:pt x="2019681" y="33976"/>
                  </a:moveTo>
                  <a:lnTo>
                    <a:pt x="2019681" y="692210"/>
                  </a:lnTo>
                  <a:cubicBezTo>
                    <a:pt x="2019681" y="701221"/>
                    <a:pt x="2016101" y="709863"/>
                    <a:pt x="2009730" y="716235"/>
                  </a:cubicBezTo>
                  <a:cubicBezTo>
                    <a:pt x="2003358" y="722606"/>
                    <a:pt x="1994716" y="726186"/>
                    <a:pt x="1985705" y="726186"/>
                  </a:cubicBezTo>
                  <a:lnTo>
                    <a:pt x="33976" y="726186"/>
                  </a:lnTo>
                  <a:cubicBezTo>
                    <a:pt x="15212" y="726186"/>
                    <a:pt x="0" y="710974"/>
                    <a:pt x="0" y="692210"/>
                  </a:cubicBezTo>
                  <a:lnTo>
                    <a:pt x="0" y="33976"/>
                  </a:lnTo>
                  <a:cubicBezTo>
                    <a:pt x="0" y="15212"/>
                    <a:pt x="15212" y="0"/>
                    <a:pt x="33976" y="0"/>
                  </a:cubicBezTo>
                  <a:lnTo>
                    <a:pt x="1985705" y="0"/>
                  </a:lnTo>
                  <a:cubicBezTo>
                    <a:pt x="2004469" y="0"/>
                    <a:pt x="2019681" y="15212"/>
                    <a:pt x="2019681" y="33976"/>
                  </a:cubicBezTo>
                  <a:close/>
                </a:path>
              </a:pathLst>
            </a:custGeom>
            <a:solidFill>
              <a:srgbClr val="B7E4C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19681" cy="764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699999">
            <a:off x="16614270" y="-545705"/>
            <a:ext cx="6841814" cy="6283654"/>
            <a:chOff x="0" y="0"/>
            <a:chExt cx="3397795" cy="3120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58841" y="0"/>
                  </a:moveTo>
                  <a:lnTo>
                    <a:pt x="3338954" y="0"/>
                  </a:lnTo>
                  <a:cubicBezTo>
                    <a:pt x="3354559" y="0"/>
                    <a:pt x="3369526" y="6199"/>
                    <a:pt x="3380560" y="17234"/>
                  </a:cubicBezTo>
                  <a:cubicBezTo>
                    <a:pt x="3391595" y="28269"/>
                    <a:pt x="3397795" y="43235"/>
                    <a:pt x="3397795" y="58841"/>
                  </a:cubicBezTo>
                  <a:lnTo>
                    <a:pt x="3397795" y="3061759"/>
                  </a:lnTo>
                  <a:cubicBezTo>
                    <a:pt x="3397795" y="3094256"/>
                    <a:pt x="3371450" y="3120600"/>
                    <a:pt x="3338954" y="3120600"/>
                  </a:cubicBezTo>
                  <a:lnTo>
                    <a:pt x="58841" y="3120600"/>
                  </a:lnTo>
                  <a:cubicBezTo>
                    <a:pt x="43235" y="3120600"/>
                    <a:pt x="28269" y="3114401"/>
                    <a:pt x="17234" y="3103366"/>
                  </a:cubicBezTo>
                  <a:cubicBezTo>
                    <a:pt x="6199" y="3092331"/>
                    <a:pt x="0" y="3077365"/>
                    <a:pt x="0" y="3061759"/>
                  </a:cubicBezTo>
                  <a:lnTo>
                    <a:pt x="0" y="58841"/>
                  </a:lnTo>
                  <a:cubicBezTo>
                    <a:pt x="0" y="26344"/>
                    <a:pt x="26344" y="0"/>
                    <a:pt x="58841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699999">
            <a:off x="14699367" y="9128511"/>
            <a:ext cx="3491768" cy="3388599"/>
            <a:chOff x="0" y="0"/>
            <a:chExt cx="1734088" cy="16828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34088" cy="1682853"/>
            </a:xfrm>
            <a:custGeom>
              <a:avLst/>
              <a:gdLst/>
              <a:ahLst/>
              <a:cxnLst/>
              <a:rect l="l" t="t" r="r" b="b"/>
              <a:pathLst>
                <a:path w="1734088" h="1682853">
                  <a:moveTo>
                    <a:pt x="110860" y="0"/>
                  </a:moveTo>
                  <a:lnTo>
                    <a:pt x="1623229" y="0"/>
                  </a:lnTo>
                  <a:cubicBezTo>
                    <a:pt x="1652631" y="0"/>
                    <a:pt x="1680828" y="11680"/>
                    <a:pt x="1701618" y="32470"/>
                  </a:cubicBezTo>
                  <a:cubicBezTo>
                    <a:pt x="1722409" y="53260"/>
                    <a:pt x="1734088" y="81458"/>
                    <a:pt x="1734088" y="110860"/>
                  </a:cubicBezTo>
                  <a:lnTo>
                    <a:pt x="1734088" y="1571993"/>
                  </a:lnTo>
                  <a:cubicBezTo>
                    <a:pt x="1734088" y="1601395"/>
                    <a:pt x="1722409" y="1629592"/>
                    <a:pt x="1701618" y="1650383"/>
                  </a:cubicBezTo>
                  <a:cubicBezTo>
                    <a:pt x="1680828" y="1671173"/>
                    <a:pt x="1652631" y="1682853"/>
                    <a:pt x="1623229" y="1682853"/>
                  </a:cubicBezTo>
                  <a:lnTo>
                    <a:pt x="110860" y="1682853"/>
                  </a:lnTo>
                  <a:cubicBezTo>
                    <a:pt x="49634" y="1682853"/>
                    <a:pt x="0" y="1633219"/>
                    <a:pt x="0" y="1571993"/>
                  </a:cubicBezTo>
                  <a:lnTo>
                    <a:pt x="0" y="110860"/>
                  </a:lnTo>
                  <a:cubicBezTo>
                    <a:pt x="0" y="81458"/>
                    <a:pt x="11680" y="53260"/>
                    <a:pt x="32470" y="32470"/>
                  </a:cubicBezTo>
                  <a:cubicBezTo>
                    <a:pt x="53260" y="11680"/>
                    <a:pt x="81458" y="0"/>
                    <a:pt x="110860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325517" y="2172463"/>
            <a:ext cx="12851244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10080"/>
              </a:lnSpc>
              <a:spcBef>
                <a:spcPct val="0"/>
              </a:spcBef>
            </a:pPr>
            <a:r>
              <a:rPr lang="en-US" sz="9000" u="none" strike="noStrik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Proyecto Capstone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73212" y="4044738"/>
            <a:ext cx="7886088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5600"/>
              </a:lnSpc>
              <a:spcBef>
                <a:spcPct val="0"/>
              </a:spcBef>
            </a:pPr>
            <a:r>
              <a:rPr lang="en-US" sz="5000" u="none" strike="noStrik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PsicoHábitos-IA.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2986" y="7541110"/>
            <a:ext cx="5988867" cy="213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618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Integrantes</a:t>
            </a:r>
            <a:r>
              <a:rPr lang="en-US" sz="2618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3430"/>
              </a:lnSpc>
            </a:pPr>
            <a:r>
              <a:rPr lang="en-US" sz="2618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Yosvani Pérez</a:t>
            </a:r>
          </a:p>
          <a:p>
            <a:pPr algn="l">
              <a:lnSpc>
                <a:spcPts val="3430"/>
              </a:lnSpc>
            </a:pPr>
            <a:r>
              <a:rPr lang="en-US" sz="2618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Vanessa Arias</a:t>
            </a:r>
          </a:p>
          <a:p>
            <a:pPr algn="l">
              <a:lnSpc>
                <a:spcPts val="3430"/>
              </a:lnSpc>
            </a:pPr>
            <a:endParaRPr lang="en-US" sz="2618">
              <a:solidFill>
                <a:srgbClr val="36443E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430"/>
              </a:lnSpc>
            </a:pPr>
            <a:r>
              <a:rPr lang="en-US" sz="2618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Profesor </a:t>
            </a:r>
            <a:r>
              <a:rPr lang="en-US" sz="2618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: Aldo Martinez Ordenes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48407" y="7666520"/>
            <a:ext cx="1562366" cy="43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00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14/10/26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53499" y="1581083"/>
            <a:ext cx="5820689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7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Índice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08117" y="3361792"/>
            <a:ext cx="8723083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Introducción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Solución Propuesta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Sprints 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Casos de Uso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Historias de Usuario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Mapa Tecnológico/Arquitectura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Modelo De Datos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PsicoHábitos-IA Funcional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Conclusión</a:t>
            </a:r>
          </a:p>
        </p:txBody>
      </p:sp>
      <p:grpSp>
        <p:nvGrpSpPr>
          <p:cNvPr id="7" name="Group 7"/>
          <p:cNvGrpSpPr/>
          <p:nvPr/>
        </p:nvGrpSpPr>
        <p:grpSpPr>
          <a:xfrm rot="-2699999">
            <a:off x="15692697" y="1515954"/>
            <a:ext cx="7614999" cy="7121684"/>
            <a:chOff x="0" y="0"/>
            <a:chExt cx="5273812" cy="49321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73812" cy="4932164"/>
            </a:xfrm>
            <a:custGeom>
              <a:avLst/>
              <a:gdLst/>
              <a:ahLst/>
              <a:cxnLst/>
              <a:rect l="l" t="t" r="r" b="b"/>
              <a:pathLst>
                <a:path w="5273812" h="4932164">
                  <a:moveTo>
                    <a:pt x="51850" y="0"/>
                  </a:moveTo>
                  <a:lnTo>
                    <a:pt x="5221962" y="0"/>
                  </a:lnTo>
                  <a:cubicBezTo>
                    <a:pt x="5250598" y="0"/>
                    <a:pt x="5273812" y="23214"/>
                    <a:pt x="5273812" y="51850"/>
                  </a:cubicBezTo>
                  <a:lnTo>
                    <a:pt x="5273812" y="4880315"/>
                  </a:lnTo>
                  <a:cubicBezTo>
                    <a:pt x="5273812" y="4894066"/>
                    <a:pt x="5268349" y="4907254"/>
                    <a:pt x="5258626" y="4916978"/>
                  </a:cubicBezTo>
                  <a:cubicBezTo>
                    <a:pt x="5248902" y="4926702"/>
                    <a:pt x="5235714" y="4932164"/>
                    <a:pt x="5221962" y="4932164"/>
                  </a:cubicBezTo>
                  <a:lnTo>
                    <a:pt x="51850" y="4932164"/>
                  </a:lnTo>
                  <a:cubicBezTo>
                    <a:pt x="23214" y="4932164"/>
                    <a:pt x="0" y="4908950"/>
                    <a:pt x="0" y="4880315"/>
                  </a:cubicBezTo>
                  <a:lnTo>
                    <a:pt x="0" y="51850"/>
                  </a:lnTo>
                  <a:cubicBezTo>
                    <a:pt x="0" y="38099"/>
                    <a:pt x="5463" y="24910"/>
                    <a:pt x="15187" y="15187"/>
                  </a:cubicBezTo>
                  <a:cubicBezTo>
                    <a:pt x="24910" y="5463"/>
                    <a:pt x="38099" y="0"/>
                    <a:pt x="51850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273812" cy="4970264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621282" y="1352348"/>
            <a:ext cx="7026386" cy="171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80"/>
              </a:lnSpc>
              <a:spcBef>
                <a:spcPct val="0"/>
              </a:spcBef>
            </a:pPr>
            <a:r>
              <a:rPr lang="en-US" sz="7000" b="1" u="none" strike="noStrik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Introducción </a:t>
            </a:r>
          </a:p>
          <a:p>
            <a:pPr marL="0" lvl="0" indent="0" algn="ctr">
              <a:lnSpc>
                <a:spcPts val="6580"/>
              </a:lnSpc>
              <a:spcBef>
                <a:spcPct val="0"/>
              </a:spcBef>
            </a:pPr>
            <a:endParaRPr lang="en-US" sz="7000" b="1" u="none" strike="noStrike">
              <a:solidFill>
                <a:srgbClr val="36443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6" name="Group 6"/>
          <p:cNvGrpSpPr/>
          <p:nvPr/>
        </p:nvGrpSpPr>
        <p:grpSpPr>
          <a:xfrm rot="-2699999">
            <a:off x="-3154032" y="584390"/>
            <a:ext cx="4906166" cy="4505918"/>
            <a:chOff x="0" y="0"/>
            <a:chExt cx="3397795" cy="3120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85212" y="0"/>
                  </a:moveTo>
                  <a:lnTo>
                    <a:pt x="3312583" y="0"/>
                  </a:lnTo>
                  <a:cubicBezTo>
                    <a:pt x="3359644" y="0"/>
                    <a:pt x="3397795" y="38151"/>
                    <a:pt x="3397795" y="85212"/>
                  </a:cubicBezTo>
                  <a:lnTo>
                    <a:pt x="3397795" y="3035388"/>
                  </a:lnTo>
                  <a:cubicBezTo>
                    <a:pt x="3397795" y="3082450"/>
                    <a:pt x="3359644" y="3120600"/>
                    <a:pt x="3312583" y="3120600"/>
                  </a:cubicBezTo>
                  <a:lnTo>
                    <a:pt x="85212" y="3120600"/>
                  </a:lnTo>
                  <a:cubicBezTo>
                    <a:pt x="38151" y="3120600"/>
                    <a:pt x="0" y="3082450"/>
                    <a:pt x="0" y="3035388"/>
                  </a:cubicBezTo>
                  <a:lnTo>
                    <a:pt x="0" y="85212"/>
                  </a:lnTo>
                  <a:cubicBezTo>
                    <a:pt x="0" y="38151"/>
                    <a:pt x="38151" y="0"/>
                    <a:pt x="85212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699999">
            <a:off x="16385746" y="6410873"/>
            <a:ext cx="3426914" cy="3147344"/>
            <a:chOff x="0" y="0"/>
            <a:chExt cx="2373330" cy="21797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73330" cy="2179712"/>
            </a:xfrm>
            <a:custGeom>
              <a:avLst/>
              <a:gdLst/>
              <a:ahLst/>
              <a:cxnLst/>
              <a:rect l="l" t="t" r="r" b="b"/>
              <a:pathLst>
                <a:path w="2373330" h="2179712">
                  <a:moveTo>
                    <a:pt x="115217" y="0"/>
                  </a:moveTo>
                  <a:lnTo>
                    <a:pt x="2258113" y="0"/>
                  </a:lnTo>
                  <a:cubicBezTo>
                    <a:pt x="2288670" y="0"/>
                    <a:pt x="2317976" y="12139"/>
                    <a:pt x="2339584" y="33746"/>
                  </a:cubicBezTo>
                  <a:cubicBezTo>
                    <a:pt x="2361191" y="55354"/>
                    <a:pt x="2373330" y="84659"/>
                    <a:pt x="2373330" y="115217"/>
                  </a:cubicBezTo>
                  <a:lnTo>
                    <a:pt x="2373330" y="2064495"/>
                  </a:lnTo>
                  <a:cubicBezTo>
                    <a:pt x="2373330" y="2095053"/>
                    <a:pt x="2361191" y="2124358"/>
                    <a:pt x="2339584" y="2145966"/>
                  </a:cubicBezTo>
                  <a:cubicBezTo>
                    <a:pt x="2317976" y="2167573"/>
                    <a:pt x="2288670" y="2179712"/>
                    <a:pt x="2258113" y="2179712"/>
                  </a:cubicBezTo>
                  <a:lnTo>
                    <a:pt x="115217" y="2179712"/>
                  </a:lnTo>
                  <a:cubicBezTo>
                    <a:pt x="84659" y="2179712"/>
                    <a:pt x="55354" y="2167573"/>
                    <a:pt x="33746" y="2145966"/>
                  </a:cubicBezTo>
                  <a:cubicBezTo>
                    <a:pt x="12139" y="2124358"/>
                    <a:pt x="0" y="2095053"/>
                    <a:pt x="0" y="2064495"/>
                  </a:cubicBezTo>
                  <a:lnTo>
                    <a:pt x="0" y="115217"/>
                  </a:lnTo>
                  <a:cubicBezTo>
                    <a:pt x="0" y="84659"/>
                    <a:pt x="12139" y="55354"/>
                    <a:pt x="33746" y="33746"/>
                  </a:cubicBezTo>
                  <a:cubicBezTo>
                    <a:pt x="55354" y="12139"/>
                    <a:pt x="84659" y="0"/>
                    <a:pt x="115217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73330" cy="221781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96273" y="2780199"/>
            <a:ext cx="12295455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Desde la pandemia, la salud mental es una preocupación creciente en Chile.</a:t>
            </a:r>
          </a:p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Entre una sesión y otra, el psicólogo casi no tiene información de cómo vive el paciente su proceso.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6443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3360574" y="5440254"/>
            <a:ext cx="11028574" cy="4002082"/>
          </a:xfrm>
          <a:custGeom>
            <a:avLst/>
            <a:gdLst/>
            <a:ahLst/>
            <a:cxnLst/>
            <a:rect l="l" t="t" r="r" b="b"/>
            <a:pathLst>
              <a:path w="11028574" h="4002082">
                <a:moveTo>
                  <a:pt x="0" y="0"/>
                </a:moveTo>
                <a:lnTo>
                  <a:pt x="11028575" y="0"/>
                </a:lnTo>
                <a:lnTo>
                  <a:pt x="11028575" y="4002083"/>
                </a:lnTo>
                <a:lnTo>
                  <a:pt x="0" y="4002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86" r="-544" b="-4386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99538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Psicólogo</a:t>
              </a:r>
            </a:p>
            <a:p>
              <a:pPr algn="ctr">
                <a:lnSpc>
                  <a:spcPts val="2659"/>
                </a:lnSpc>
              </a:pPr>
              <a:endPara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2699999">
            <a:off x="17310518" y="-862004"/>
            <a:ext cx="6600240" cy="6061788"/>
            <a:chOff x="0" y="0"/>
            <a:chExt cx="4571035" cy="4198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1035" cy="4198127"/>
            </a:xfrm>
            <a:custGeom>
              <a:avLst/>
              <a:gdLst/>
              <a:ahLst/>
              <a:cxnLst/>
              <a:rect l="l" t="t" r="r" b="b"/>
              <a:pathLst>
                <a:path w="4571035" h="4198127">
                  <a:moveTo>
                    <a:pt x="65687" y="0"/>
                  </a:moveTo>
                  <a:lnTo>
                    <a:pt x="4505348" y="0"/>
                  </a:lnTo>
                  <a:cubicBezTo>
                    <a:pt x="4541626" y="0"/>
                    <a:pt x="4571035" y="29409"/>
                    <a:pt x="4571035" y="65687"/>
                  </a:cubicBezTo>
                  <a:lnTo>
                    <a:pt x="4571035" y="4132440"/>
                  </a:lnTo>
                  <a:cubicBezTo>
                    <a:pt x="4571035" y="4168718"/>
                    <a:pt x="4541626" y="4198127"/>
                    <a:pt x="4505348" y="4198127"/>
                  </a:cubicBezTo>
                  <a:lnTo>
                    <a:pt x="65687" y="4198127"/>
                  </a:lnTo>
                  <a:cubicBezTo>
                    <a:pt x="29409" y="4198127"/>
                    <a:pt x="0" y="4168718"/>
                    <a:pt x="0" y="4132440"/>
                  </a:cubicBezTo>
                  <a:lnTo>
                    <a:pt x="0" y="65687"/>
                  </a:lnTo>
                  <a:cubicBezTo>
                    <a:pt x="0" y="29409"/>
                    <a:pt x="29409" y="0"/>
                    <a:pt x="65687" y="0"/>
                  </a:cubicBezTo>
                  <a:close/>
                </a:path>
              </a:pathLst>
            </a:custGeom>
            <a:solidFill>
              <a:srgbClr val="B7E4C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11655" y="6777990"/>
            <a:ext cx="111442" cy="108585"/>
            <a:chOff x="0" y="0"/>
            <a:chExt cx="148590" cy="144780"/>
          </a:xfrm>
        </p:grpSpPr>
        <p:sp>
          <p:nvSpPr>
            <p:cNvPr id="9" name="Freeform 9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2160" y="4286"/>
                    <a:pt x="42160" y="428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6300" y="6742747"/>
            <a:ext cx="1197292" cy="305753"/>
            <a:chOff x="0" y="0"/>
            <a:chExt cx="1596390" cy="407670"/>
          </a:xfrm>
        </p:grpSpPr>
        <p:sp>
          <p:nvSpPr>
            <p:cNvPr id="11" name="Freeform 11"/>
            <p:cNvSpPr/>
            <p:nvPr/>
          </p:nvSpPr>
          <p:spPr>
            <a:xfrm>
              <a:off x="49530" y="30405"/>
              <a:ext cx="1496060" cy="326910"/>
            </a:xfrm>
            <a:custGeom>
              <a:avLst/>
              <a:gdLst/>
              <a:ahLst/>
              <a:cxnLst/>
              <a:rect l="l" t="t" r="r" b="b"/>
              <a:pathLst>
                <a:path w="1496060" h="326910">
                  <a:moveTo>
                    <a:pt x="1164590" y="71195"/>
                  </a:moveTo>
                  <a:cubicBezTo>
                    <a:pt x="166370" y="62305"/>
                    <a:pt x="158750" y="45795"/>
                    <a:pt x="161290" y="41985"/>
                  </a:cubicBezTo>
                  <a:cubicBezTo>
                    <a:pt x="162560" y="36905"/>
                    <a:pt x="177800" y="36905"/>
                    <a:pt x="190500" y="39445"/>
                  </a:cubicBezTo>
                  <a:cubicBezTo>
                    <a:pt x="213360" y="45795"/>
                    <a:pt x="252730" y="81355"/>
                    <a:pt x="283210" y="92785"/>
                  </a:cubicBezTo>
                  <a:cubicBezTo>
                    <a:pt x="311150" y="101675"/>
                    <a:pt x="342900" y="94055"/>
                    <a:pt x="364490" y="102945"/>
                  </a:cubicBezTo>
                  <a:cubicBezTo>
                    <a:pt x="383540" y="109295"/>
                    <a:pt x="389890" y="124535"/>
                    <a:pt x="410210" y="133425"/>
                  </a:cubicBezTo>
                  <a:cubicBezTo>
                    <a:pt x="444500" y="146125"/>
                    <a:pt x="496570" y="153745"/>
                    <a:pt x="558800" y="160095"/>
                  </a:cubicBezTo>
                  <a:cubicBezTo>
                    <a:pt x="659130" y="170255"/>
                    <a:pt x="910590" y="151205"/>
                    <a:pt x="955040" y="168985"/>
                  </a:cubicBezTo>
                  <a:cubicBezTo>
                    <a:pt x="966470" y="174065"/>
                    <a:pt x="971550" y="177875"/>
                    <a:pt x="972820" y="185495"/>
                  </a:cubicBezTo>
                  <a:cubicBezTo>
                    <a:pt x="975360" y="193115"/>
                    <a:pt x="976630" y="204545"/>
                    <a:pt x="966470" y="213435"/>
                  </a:cubicBezTo>
                  <a:cubicBezTo>
                    <a:pt x="908050" y="259155"/>
                    <a:pt x="106680" y="238835"/>
                    <a:pt x="25400" y="219785"/>
                  </a:cubicBezTo>
                  <a:cubicBezTo>
                    <a:pt x="12700" y="215975"/>
                    <a:pt x="8890" y="214705"/>
                    <a:pt x="5080" y="208355"/>
                  </a:cubicBezTo>
                  <a:cubicBezTo>
                    <a:pt x="0" y="203275"/>
                    <a:pt x="-1270" y="191845"/>
                    <a:pt x="1270" y="185495"/>
                  </a:cubicBezTo>
                  <a:cubicBezTo>
                    <a:pt x="5080" y="177875"/>
                    <a:pt x="10160" y="172795"/>
                    <a:pt x="25400" y="168985"/>
                  </a:cubicBezTo>
                  <a:cubicBezTo>
                    <a:pt x="125730" y="137235"/>
                    <a:pt x="1165860" y="129615"/>
                    <a:pt x="1267460" y="168985"/>
                  </a:cubicBezTo>
                  <a:cubicBezTo>
                    <a:pt x="1283970" y="175335"/>
                    <a:pt x="1292860" y="182955"/>
                    <a:pt x="1292860" y="190575"/>
                  </a:cubicBezTo>
                  <a:cubicBezTo>
                    <a:pt x="1292860" y="199465"/>
                    <a:pt x="1283970" y="212165"/>
                    <a:pt x="1267460" y="219785"/>
                  </a:cubicBezTo>
                  <a:cubicBezTo>
                    <a:pt x="1216660" y="242645"/>
                    <a:pt x="994410" y="205815"/>
                    <a:pt x="877570" y="219785"/>
                  </a:cubicBezTo>
                  <a:cubicBezTo>
                    <a:pt x="779780" y="229945"/>
                    <a:pt x="652780" y="293445"/>
                    <a:pt x="613410" y="280745"/>
                  </a:cubicBezTo>
                  <a:cubicBezTo>
                    <a:pt x="599440" y="276935"/>
                    <a:pt x="590550" y="265505"/>
                    <a:pt x="590550" y="256615"/>
                  </a:cubicBezTo>
                  <a:cubicBezTo>
                    <a:pt x="589280" y="248995"/>
                    <a:pt x="596900" y="235025"/>
                    <a:pt x="605790" y="232485"/>
                  </a:cubicBezTo>
                  <a:cubicBezTo>
                    <a:pt x="623570" y="226135"/>
                    <a:pt x="661670" y="259155"/>
                    <a:pt x="707390" y="266775"/>
                  </a:cubicBezTo>
                  <a:cubicBezTo>
                    <a:pt x="787400" y="282015"/>
                    <a:pt x="957580" y="278205"/>
                    <a:pt x="1055370" y="274395"/>
                  </a:cubicBezTo>
                  <a:cubicBezTo>
                    <a:pt x="1127760" y="271855"/>
                    <a:pt x="1184910" y="269315"/>
                    <a:pt x="1243330" y="257885"/>
                  </a:cubicBezTo>
                  <a:cubicBezTo>
                    <a:pt x="1299210" y="246455"/>
                    <a:pt x="1400810" y="219785"/>
                    <a:pt x="1399540" y="208355"/>
                  </a:cubicBezTo>
                  <a:cubicBezTo>
                    <a:pt x="1397000" y="186765"/>
                    <a:pt x="914400" y="180415"/>
                    <a:pt x="857250" y="196925"/>
                  </a:cubicBezTo>
                  <a:cubicBezTo>
                    <a:pt x="844550" y="200735"/>
                    <a:pt x="844550" y="210895"/>
                    <a:pt x="836930" y="210895"/>
                  </a:cubicBezTo>
                  <a:cubicBezTo>
                    <a:pt x="829310" y="210895"/>
                    <a:pt x="815340" y="202005"/>
                    <a:pt x="814070" y="194385"/>
                  </a:cubicBezTo>
                  <a:cubicBezTo>
                    <a:pt x="811530" y="185495"/>
                    <a:pt x="812800" y="170255"/>
                    <a:pt x="825500" y="162635"/>
                  </a:cubicBezTo>
                  <a:cubicBezTo>
                    <a:pt x="871220" y="130885"/>
                    <a:pt x="1201420" y="180415"/>
                    <a:pt x="1319530" y="168985"/>
                  </a:cubicBezTo>
                  <a:cubicBezTo>
                    <a:pt x="1386840" y="162635"/>
                    <a:pt x="1447800" y="127075"/>
                    <a:pt x="1474470" y="135965"/>
                  </a:cubicBezTo>
                  <a:cubicBezTo>
                    <a:pt x="1487170" y="141045"/>
                    <a:pt x="1496060" y="155015"/>
                    <a:pt x="1496060" y="162635"/>
                  </a:cubicBezTo>
                  <a:cubicBezTo>
                    <a:pt x="1496060" y="170255"/>
                    <a:pt x="1488440" y="180415"/>
                    <a:pt x="1478280" y="185495"/>
                  </a:cubicBezTo>
                  <a:cubicBezTo>
                    <a:pt x="1449070" y="198195"/>
                    <a:pt x="1350010" y="170255"/>
                    <a:pt x="1291590" y="176605"/>
                  </a:cubicBezTo>
                  <a:cubicBezTo>
                    <a:pt x="1239520" y="182955"/>
                    <a:pt x="1173480" y="221055"/>
                    <a:pt x="1145540" y="219785"/>
                  </a:cubicBezTo>
                  <a:cubicBezTo>
                    <a:pt x="1135380" y="218515"/>
                    <a:pt x="1129030" y="215975"/>
                    <a:pt x="1123950" y="210895"/>
                  </a:cubicBezTo>
                  <a:cubicBezTo>
                    <a:pt x="1118870" y="205815"/>
                    <a:pt x="1116330" y="194385"/>
                    <a:pt x="1118870" y="188035"/>
                  </a:cubicBezTo>
                  <a:cubicBezTo>
                    <a:pt x="1120140" y="180415"/>
                    <a:pt x="1127760" y="171525"/>
                    <a:pt x="1134110" y="170255"/>
                  </a:cubicBezTo>
                  <a:cubicBezTo>
                    <a:pt x="1143000" y="167715"/>
                    <a:pt x="1159510" y="172795"/>
                    <a:pt x="1164590" y="179145"/>
                  </a:cubicBezTo>
                  <a:cubicBezTo>
                    <a:pt x="1168400" y="186765"/>
                    <a:pt x="1167130" y="203275"/>
                    <a:pt x="1162050" y="210895"/>
                  </a:cubicBezTo>
                  <a:cubicBezTo>
                    <a:pt x="1158240" y="215975"/>
                    <a:pt x="1148080" y="219785"/>
                    <a:pt x="1140460" y="219785"/>
                  </a:cubicBezTo>
                  <a:cubicBezTo>
                    <a:pt x="1134110" y="218515"/>
                    <a:pt x="1123950" y="212165"/>
                    <a:pt x="1121410" y="205815"/>
                  </a:cubicBezTo>
                  <a:cubicBezTo>
                    <a:pt x="1117600" y="199465"/>
                    <a:pt x="1116330" y="189305"/>
                    <a:pt x="1120140" y="182955"/>
                  </a:cubicBezTo>
                  <a:cubicBezTo>
                    <a:pt x="1129030" y="168985"/>
                    <a:pt x="1163320" y="155015"/>
                    <a:pt x="1188720" y="146125"/>
                  </a:cubicBezTo>
                  <a:cubicBezTo>
                    <a:pt x="1219200" y="135965"/>
                    <a:pt x="1253490" y="129615"/>
                    <a:pt x="1291590" y="125805"/>
                  </a:cubicBezTo>
                  <a:cubicBezTo>
                    <a:pt x="1336040" y="121995"/>
                    <a:pt x="1404620" y="121995"/>
                    <a:pt x="1441450" y="128345"/>
                  </a:cubicBezTo>
                  <a:cubicBezTo>
                    <a:pt x="1461770" y="132155"/>
                    <a:pt x="1484630" y="134695"/>
                    <a:pt x="1489710" y="146125"/>
                  </a:cubicBezTo>
                  <a:cubicBezTo>
                    <a:pt x="1496060" y="155015"/>
                    <a:pt x="1489710" y="174065"/>
                    <a:pt x="1483360" y="182955"/>
                  </a:cubicBezTo>
                  <a:cubicBezTo>
                    <a:pt x="1478280" y="190575"/>
                    <a:pt x="1469390" y="194385"/>
                    <a:pt x="1456690" y="199465"/>
                  </a:cubicBezTo>
                  <a:cubicBezTo>
                    <a:pt x="1430020" y="208355"/>
                    <a:pt x="1377950" y="214705"/>
                    <a:pt x="1319530" y="219785"/>
                  </a:cubicBezTo>
                  <a:cubicBezTo>
                    <a:pt x="1214120" y="227405"/>
                    <a:pt x="960120" y="232485"/>
                    <a:pt x="878840" y="217245"/>
                  </a:cubicBezTo>
                  <a:cubicBezTo>
                    <a:pt x="847090" y="212165"/>
                    <a:pt x="820420" y="205815"/>
                    <a:pt x="814070" y="194385"/>
                  </a:cubicBezTo>
                  <a:cubicBezTo>
                    <a:pt x="808990" y="186765"/>
                    <a:pt x="811530" y="177875"/>
                    <a:pt x="816610" y="170255"/>
                  </a:cubicBezTo>
                  <a:cubicBezTo>
                    <a:pt x="821690" y="161365"/>
                    <a:pt x="831850" y="153745"/>
                    <a:pt x="852170" y="148665"/>
                  </a:cubicBezTo>
                  <a:cubicBezTo>
                    <a:pt x="913130" y="130885"/>
                    <a:pt x="1160780" y="142315"/>
                    <a:pt x="1264920" y="151205"/>
                  </a:cubicBezTo>
                  <a:cubicBezTo>
                    <a:pt x="1329690" y="156285"/>
                    <a:pt x="1394460" y="155015"/>
                    <a:pt x="1419860" y="176605"/>
                  </a:cubicBezTo>
                  <a:cubicBezTo>
                    <a:pt x="1435100" y="188035"/>
                    <a:pt x="1441450" y="212165"/>
                    <a:pt x="1440180" y="224865"/>
                  </a:cubicBezTo>
                  <a:cubicBezTo>
                    <a:pt x="1440180" y="233755"/>
                    <a:pt x="1433830" y="241375"/>
                    <a:pt x="1427480" y="247725"/>
                  </a:cubicBezTo>
                  <a:cubicBezTo>
                    <a:pt x="1417320" y="256615"/>
                    <a:pt x="1402080" y="261695"/>
                    <a:pt x="1383030" y="269315"/>
                  </a:cubicBezTo>
                  <a:cubicBezTo>
                    <a:pt x="1350010" y="282015"/>
                    <a:pt x="1296670" y="298525"/>
                    <a:pt x="1247140" y="308685"/>
                  </a:cubicBezTo>
                  <a:cubicBezTo>
                    <a:pt x="1189990" y="318845"/>
                    <a:pt x="1129030" y="322655"/>
                    <a:pt x="1055370" y="325195"/>
                  </a:cubicBezTo>
                  <a:cubicBezTo>
                    <a:pt x="953770" y="329005"/>
                    <a:pt x="765810" y="326465"/>
                    <a:pt x="695960" y="317575"/>
                  </a:cubicBezTo>
                  <a:cubicBezTo>
                    <a:pt x="668020" y="313765"/>
                    <a:pt x="652780" y="309955"/>
                    <a:pt x="636270" y="302335"/>
                  </a:cubicBezTo>
                  <a:cubicBezTo>
                    <a:pt x="621030" y="294715"/>
                    <a:pt x="601980" y="285825"/>
                    <a:pt x="596900" y="273125"/>
                  </a:cubicBezTo>
                  <a:cubicBezTo>
                    <a:pt x="591820" y="262965"/>
                    <a:pt x="590550" y="246455"/>
                    <a:pt x="600710" y="235025"/>
                  </a:cubicBezTo>
                  <a:cubicBezTo>
                    <a:pt x="627380" y="204545"/>
                    <a:pt x="774700" y="180415"/>
                    <a:pt x="876300" y="168985"/>
                  </a:cubicBezTo>
                  <a:cubicBezTo>
                    <a:pt x="995680" y="155015"/>
                    <a:pt x="1226820" y="144855"/>
                    <a:pt x="1273810" y="168985"/>
                  </a:cubicBezTo>
                  <a:cubicBezTo>
                    <a:pt x="1287780" y="176605"/>
                    <a:pt x="1294130" y="189305"/>
                    <a:pt x="1292860" y="196925"/>
                  </a:cubicBezTo>
                  <a:cubicBezTo>
                    <a:pt x="1291590" y="205815"/>
                    <a:pt x="1283970" y="213435"/>
                    <a:pt x="1267460" y="219785"/>
                  </a:cubicBezTo>
                  <a:cubicBezTo>
                    <a:pt x="1165860" y="257885"/>
                    <a:pt x="119380" y="242645"/>
                    <a:pt x="25400" y="219785"/>
                  </a:cubicBezTo>
                  <a:cubicBezTo>
                    <a:pt x="12700" y="215975"/>
                    <a:pt x="8890" y="214705"/>
                    <a:pt x="5080" y="208355"/>
                  </a:cubicBezTo>
                  <a:cubicBezTo>
                    <a:pt x="0" y="203275"/>
                    <a:pt x="-1270" y="191845"/>
                    <a:pt x="1270" y="185495"/>
                  </a:cubicBezTo>
                  <a:cubicBezTo>
                    <a:pt x="5080" y="177875"/>
                    <a:pt x="10160" y="172795"/>
                    <a:pt x="25400" y="168985"/>
                  </a:cubicBezTo>
                  <a:cubicBezTo>
                    <a:pt x="109220" y="142315"/>
                    <a:pt x="864870" y="142315"/>
                    <a:pt x="949960" y="168985"/>
                  </a:cubicBezTo>
                  <a:cubicBezTo>
                    <a:pt x="963930" y="172795"/>
                    <a:pt x="970280" y="177875"/>
                    <a:pt x="972820" y="185495"/>
                  </a:cubicBezTo>
                  <a:cubicBezTo>
                    <a:pt x="975360" y="191845"/>
                    <a:pt x="975360" y="205815"/>
                    <a:pt x="966470" y="213435"/>
                  </a:cubicBezTo>
                  <a:cubicBezTo>
                    <a:pt x="934720" y="237565"/>
                    <a:pt x="734060" y="223595"/>
                    <a:pt x="637540" y="217245"/>
                  </a:cubicBezTo>
                  <a:cubicBezTo>
                    <a:pt x="558800" y="213435"/>
                    <a:pt x="477520" y="204545"/>
                    <a:pt x="427990" y="189305"/>
                  </a:cubicBezTo>
                  <a:cubicBezTo>
                    <a:pt x="396240" y="179145"/>
                    <a:pt x="383540" y="161365"/>
                    <a:pt x="356870" y="151205"/>
                  </a:cubicBezTo>
                  <a:cubicBezTo>
                    <a:pt x="326390" y="141045"/>
                    <a:pt x="289560" y="146125"/>
                    <a:pt x="255270" y="134695"/>
                  </a:cubicBezTo>
                  <a:cubicBezTo>
                    <a:pt x="215900" y="121995"/>
                    <a:pt x="148590" y="96595"/>
                    <a:pt x="132080" y="73735"/>
                  </a:cubicBezTo>
                  <a:cubicBezTo>
                    <a:pt x="124460" y="62305"/>
                    <a:pt x="123190" y="45795"/>
                    <a:pt x="128270" y="36905"/>
                  </a:cubicBezTo>
                  <a:cubicBezTo>
                    <a:pt x="135890" y="25475"/>
                    <a:pt x="153670" y="24205"/>
                    <a:pt x="182880" y="20395"/>
                  </a:cubicBezTo>
                  <a:cubicBezTo>
                    <a:pt x="307340" y="1345"/>
                    <a:pt x="1074420" y="-13895"/>
                    <a:pt x="1164590" y="20395"/>
                  </a:cubicBezTo>
                  <a:cubicBezTo>
                    <a:pt x="1181100" y="26745"/>
                    <a:pt x="1188720" y="34365"/>
                    <a:pt x="1189990" y="41985"/>
                  </a:cubicBezTo>
                  <a:cubicBezTo>
                    <a:pt x="1189990" y="50875"/>
                    <a:pt x="1164590" y="71195"/>
                    <a:pt x="1164590" y="7119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498" y="6645593"/>
            <a:ext cx="1289685" cy="625793"/>
            <a:chOff x="0" y="0"/>
            <a:chExt cx="1719580" cy="834390"/>
          </a:xfrm>
        </p:grpSpPr>
        <p:sp>
          <p:nvSpPr>
            <p:cNvPr id="13" name="Freeform 13"/>
            <p:cNvSpPr/>
            <p:nvPr/>
          </p:nvSpPr>
          <p:spPr>
            <a:xfrm>
              <a:off x="50559" y="42611"/>
              <a:ext cx="1620832" cy="742329"/>
            </a:xfrm>
            <a:custGeom>
              <a:avLst/>
              <a:gdLst/>
              <a:ahLst/>
              <a:cxnLst/>
              <a:rect l="l" t="t" r="r" b="b"/>
              <a:pathLst>
                <a:path w="1620832" h="742329">
                  <a:moveTo>
                    <a:pt x="1251191" y="716849"/>
                  </a:moveTo>
                  <a:cubicBezTo>
                    <a:pt x="1003541" y="683829"/>
                    <a:pt x="875271" y="677479"/>
                    <a:pt x="768591" y="677479"/>
                  </a:cubicBezTo>
                  <a:cubicBezTo>
                    <a:pt x="665721" y="677479"/>
                    <a:pt x="546341" y="697799"/>
                    <a:pt x="462521" y="690179"/>
                  </a:cubicBezTo>
                  <a:cubicBezTo>
                    <a:pt x="402831" y="683829"/>
                    <a:pt x="357111" y="676209"/>
                    <a:pt x="312661" y="653349"/>
                  </a:cubicBezTo>
                  <a:cubicBezTo>
                    <a:pt x="268211" y="629219"/>
                    <a:pt x="222491" y="583499"/>
                    <a:pt x="195821" y="550479"/>
                  </a:cubicBezTo>
                  <a:cubicBezTo>
                    <a:pt x="178041" y="526349"/>
                    <a:pt x="169151" y="504759"/>
                    <a:pt x="160261" y="480629"/>
                  </a:cubicBezTo>
                  <a:cubicBezTo>
                    <a:pt x="151371" y="456499"/>
                    <a:pt x="142481" y="434909"/>
                    <a:pt x="141211" y="405699"/>
                  </a:cubicBezTo>
                  <a:cubicBezTo>
                    <a:pt x="138671" y="362519"/>
                    <a:pt x="142481" y="297749"/>
                    <a:pt x="160261" y="250759"/>
                  </a:cubicBezTo>
                  <a:cubicBezTo>
                    <a:pt x="178041" y="203769"/>
                    <a:pt x="211061" y="156779"/>
                    <a:pt x="247891" y="123759"/>
                  </a:cubicBezTo>
                  <a:cubicBezTo>
                    <a:pt x="285991" y="90739"/>
                    <a:pt x="344411" y="64069"/>
                    <a:pt x="385051" y="51369"/>
                  </a:cubicBezTo>
                  <a:cubicBezTo>
                    <a:pt x="414261" y="42479"/>
                    <a:pt x="428231" y="41209"/>
                    <a:pt x="462521" y="42479"/>
                  </a:cubicBezTo>
                  <a:cubicBezTo>
                    <a:pt x="536181" y="43749"/>
                    <a:pt x="683501" y="94549"/>
                    <a:pt x="806691" y="93279"/>
                  </a:cubicBezTo>
                  <a:cubicBezTo>
                    <a:pt x="950201" y="93279"/>
                    <a:pt x="1155941" y="18349"/>
                    <a:pt x="1268971" y="19619"/>
                  </a:cubicBezTo>
                  <a:cubicBezTo>
                    <a:pt x="1333741" y="19619"/>
                    <a:pt x="1375651" y="24699"/>
                    <a:pt x="1421371" y="45019"/>
                  </a:cubicBezTo>
                  <a:cubicBezTo>
                    <a:pt x="1467091" y="65339"/>
                    <a:pt x="1512811" y="99629"/>
                    <a:pt x="1544561" y="138999"/>
                  </a:cubicBezTo>
                  <a:cubicBezTo>
                    <a:pt x="1576311" y="178369"/>
                    <a:pt x="1599171" y="239329"/>
                    <a:pt x="1610601" y="279969"/>
                  </a:cubicBezTo>
                  <a:cubicBezTo>
                    <a:pt x="1618221" y="309179"/>
                    <a:pt x="1619491" y="328229"/>
                    <a:pt x="1615681" y="357439"/>
                  </a:cubicBezTo>
                  <a:cubicBezTo>
                    <a:pt x="1611871" y="399349"/>
                    <a:pt x="1591551" y="469199"/>
                    <a:pt x="1571231" y="506029"/>
                  </a:cubicBezTo>
                  <a:cubicBezTo>
                    <a:pt x="1558531" y="532699"/>
                    <a:pt x="1547101" y="547939"/>
                    <a:pt x="1524241" y="568259"/>
                  </a:cubicBezTo>
                  <a:cubicBezTo>
                    <a:pt x="1493761" y="596199"/>
                    <a:pt x="1431531" y="634299"/>
                    <a:pt x="1393431" y="649539"/>
                  </a:cubicBezTo>
                  <a:cubicBezTo>
                    <a:pt x="1365491" y="660969"/>
                    <a:pt x="1355331" y="662239"/>
                    <a:pt x="1315961" y="664779"/>
                  </a:cubicBezTo>
                  <a:cubicBezTo>
                    <a:pt x="1202931" y="674939"/>
                    <a:pt x="824471" y="652079"/>
                    <a:pt x="641591" y="655889"/>
                  </a:cubicBezTo>
                  <a:cubicBezTo>
                    <a:pt x="517131" y="659699"/>
                    <a:pt x="404101" y="681289"/>
                    <a:pt x="327901" y="677479"/>
                  </a:cubicBezTo>
                  <a:cubicBezTo>
                    <a:pt x="283451" y="676209"/>
                    <a:pt x="256781" y="672399"/>
                    <a:pt x="223761" y="662239"/>
                  </a:cubicBezTo>
                  <a:cubicBezTo>
                    <a:pt x="190741" y="650809"/>
                    <a:pt x="158991" y="634299"/>
                    <a:pt x="131051" y="613979"/>
                  </a:cubicBezTo>
                  <a:cubicBezTo>
                    <a:pt x="103111" y="593659"/>
                    <a:pt x="77711" y="566989"/>
                    <a:pt x="57391" y="539049"/>
                  </a:cubicBezTo>
                  <a:cubicBezTo>
                    <a:pt x="38341" y="509839"/>
                    <a:pt x="23101" y="476819"/>
                    <a:pt x="12941" y="443799"/>
                  </a:cubicBezTo>
                  <a:cubicBezTo>
                    <a:pt x="2781" y="410779"/>
                    <a:pt x="-1029" y="373949"/>
                    <a:pt x="241" y="339659"/>
                  </a:cubicBezTo>
                  <a:cubicBezTo>
                    <a:pt x="1511" y="305369"/>
                    <a:pt x="9131" y="269809"/>
                    <a:pt x="21831" y="236789"/>
                  </a:cubicBezTo>
                  <a:cubicBezTo>
                    <a:pt x="34531" y="205039"/>
                    <a:pt x="52311" y="173289"/>
                    <a:pt x="75171" y="146619"/>
                  </a:cubicBezTo>
                  <a:cubicBezTo>
                    <a:pt x="96761" y="119949"/>
                    <a:pt x="124701" y="95819"/>
                    <a:pt x="153911" y="78039"/>
                  </a:cubicBezTo>
                  <a:cubicBezTo>
                    <a:pt x="183121" y="60259"/>
                    <a:pt x="217411" y="46289"/>
                    <a:pt x="250431" y="38669"/>
                  </a:cubicBezTo>
                  <a:cubicBezTo>
                    <a:pt x="284721" y="31049"/>
                    <a:pt x="321551" y="28509"/>
                    <a:pt x="355841" y="31049"/>
                  </a:cubicBezTo>
                  <a:cubicBezTo>
                    <a:pt x="390131" y="34859"/>
                    <a:pt x="425691" y="43749"/>
                    <a:pt x="456171" y="58989"/>
                  </a:cubicBezTo>
                  <a:cubicBezTo>
                    <a:pt x="487921" y="72959"/>
                    <a:pt x="518401" y="93279"/>
                    <a:pt x="543801" y="116139"/>
                  </a:cubicBezTo>
                  <a:cubicBezTo>
                    <a:pt x="569201" y="140269"/>
                    <a:pt x="592061" y="168209"/>
                    <a:pt x="608571" y="198689"/>
                  </a:cubicBezTo>
                  <a:cubicBezTo>
                    <a:pt x="625081" y="229169"/>
                    <a:pt x="636511" y="263459"/>
                    <a:pt x="642861" y="297749"/>
                  </a:cubicBezTo>
                  <a:cubicBezTo>
                    <a:pt x="649211" y="332039"/>
                    <a:pt x="649211" y="368869"/>
                    <a:pt x="644131" y="403159"/>
                  </a:cubicBezTo>
                  <a:cubicBezTo>
                    <a:pt x="639051" y="436179"/>
                    <a:pt x="627621" y="471739"/>
                    <a:pt x="612381" y="502219"/>
                  </a:cubicBezTo>
                  <a:cubicBezTo>
                    <a:pt x="595871" y="532699"/>
                    <a:pt x="574281" y="561909"/>
                    <a:pt x="548881" y="586039"/>
                  </a:cubicBezTo>
                  <a:cubicBezTo>
                    <a:pt x="524751" y="610169"/>
                    <a:pt x="494271" y="631759"/>
                    <a:pt x="463791" y="645729"/>
                  </a:cubicBezTo>
                  <a:cubicBezTo>
                    <a:pt x="432041" y="660969"/>
                    <a:pt x="396481" y="671129"/>
                    <a:pt x="362191" y="674939"/>
                  </a:cubicBezTo>
                  <a:cubicBezTo>
                    <a:pt x="327901" y="680019"/>
                    <a:pt x="291071" y="677479"/>
                    <a:pt x="258051" y="671129"/>
                  </a:cubicBezTo>
                  <a:cubicBezTo>
                    <a:pt x="223761" y="663509"/>
                    <a:pt x="189471" y="650809"/>
                    <a:pt x="160261" y="633029"/>
                  </a:cubicBezTo>
                  <a:cubicBezTo>
                    <a:pt x="129781" y="615249"/>
                    <a:pt x="101841" y="592389"/>
                    <a:pt x="78981" y="565719"/>
                  </a:cubicBezTo>
                  <a:cubicBezTo>
                    <a:pt x="57391" y="540319"/>
                    <a:pt x="37071" y="508569"/>
                    <a:pt x="24371" y="476819"/>
                  </a:cubicBezTo>
                  <a:cubicBezTo>
                    <a:pt x="11671" y="445069"/>
                    <a:pt x="2781" y="409509"/>
                    <a:pt x="241" y="375219"/>
                  </a:cubicBezTo>
                  <a:cubicBezTo>
                    <a:pt x="-1029" y="340929"/>
                    <a:pt x="2781" y="304099"/>
                    <a:pt x="10401" y="271079"/>
                  </a:cubicBezTo>
                  <a:cubicBezTo>
                    <a:pt x="19291" y="236789"/>
                    <a:pt x="34531" y="203769"/>
                    <a:pt x="53581" y="174559"/>
                  </a:cubicBezTo>
                  <a:cubicBezTo>
                    <a:pt x="72631" y="146619"/>
                    <a:pt x="98031" y="119949"/>
                    <a:pt x="124701" y="98359"/>
                  </a:cubicBezTo>
                  <a:cubicBezTo>
                    <a:pt x="152641" y="76769"/>
                    <a:pt x="174231" y="61529"/>
                    <a:pt x="217411" y="47559"/>
                  </a:cubicBezTo>
                  <a:cubicBezTo>
                    <a:pt x="296151" y="23429"/>
                    <a:pt x="434581" y="15809"/>
                    <a:pt x="578091" y="8189"/>
                  </a:cubicBezTo>
                  <a:cubicBezTo>
                    <a:pt x="786371" y="-701"/>
                    <a:pt x="1194041" y="-9591"/>
                    <a:pt x="1346441" y="23429"/>
                  </a:cubicBezTo>
                  <a:cubicBezTo>
                    <a:pt x="1415021" y="37399"/>
                    <a:pt x="1449311" y="53909"/>
                    <a:pt x="1488681" y="84389"/>
                  </a:cubicBezTo>
                  <a:cubicBezTo>
                    <a:pt x="1529321" y="114869"/>
                    <a:pt x="1566151" y="168209"/>
                    <a:pt x="1586471" y="205039"/>
                  </a:cubicBezTo>
                  <a:cubicBezTo>
                    <a:pt x="1600441" y="231709"/>
                    <a:pt x="1606791" y="249489"/>
                    <a:pt x="1610601" y="279969"/>
                  </a:cubicBezTo>
                  <a:cubicBezTo>
                    <a:pt x="1615681" y="321879"/>
                    <a:pt x="1613141" y="392999"/>
                    <a:pt x="1602981" y="434909"/>
                  </a:cubicBezTo>
                  <a:cubicBezTo>
                    <a:pt x="1596631" y="464119"/>
                    <a:pt x="1589011" y="481899"/>
                    <a:pt x="1571231" y="506029"/>
                  </a:cubicBezTo>
                  <a:cubicBezTo>
                    <a:pt x="1548371" y="541589"/>
                    <a:pt x="1506461" y="591119"/>
                    <a:pt x="1463281" y="617789"/>
                  </a:cubicBezTo>
                  <a:cubicBezTo>
                    <a:pt x="1421371" y="643189"/>
                    <a:pt x="1319771" y="672399"/>
                    <a:pt x="1315961" y="664779"/>
                  </a:cubicBezTo>
                  <a:cubicBezTo>
                    <a:pt x="1312151" y="657159"/>
                    <a:pt x="1470901" y="558099"/>
                    <a:pt x="1467091" y="553019"/>
                  </a:cubicBezTo>
                  <a:cubicBezTo>
                    <a:pt x="1463281" y="546669"/>
                    <a:pt x="1270241" y="678749"/>
                    <a:pt x="1161021" y="710499"/>
                  </a:cubicBezTo>
                  <a:cubicBezTo>
                    <a:pt x="1050531" y="742249"/>
                    <a:pt x="929881" y="744789"/>
                    <a:pt x="806691" y="740979"/>
                  </a:cubicBezTo>
                  <a:cubicBezTo>
                    <a:pt x="672071" y="737169"/>
                    <a:pt x="467601" y="701609"/>
                    <a:pt x="385051" y="680019"/>
                  </a:cubicBezTo>
                  <a:cubicBezTo>
                    <a:pt x="350761" y="671129"/>
                    <a:pt x="338061" y="668589"/>
                    <a:pt x="312661" y="653349"/>
                  </a:cubicBezTo>
                  <a:cubicBezTo>
                    <a:pt x="275831" y="630489"/>
                    <a:pt x="222491" y="583499"/>
                    <a:pt x="195821" y="550479"/>
                  </a:cubicBezTo>
                  <a:cubicBezTo>
                    <a:pt x="178041" y="526349"/>
                    <a:pt x="169151" y="509839"/>
                    <a:pt x="160261" y="480629"/>
                  </a:cubicBezTo>
                  <a:cubicBezTo>
                    <a:pt x="147561" y="439989"/>
                    <a:pt x="138671" y="368869"/>
                    <a:pt x="141211" y="326959"/>
                  </a:cubicBezTo>
                  <a:cubicBezTo>
                    <a:pt x="142481" y="297749"/>
                    <a:pt x="147561" y="278699"/>
                    <a:pt x="160261" y="250759"/>
                  </a:cubicBezTo>
                  <a:cubicBezTo>
                    <a:pt x="176771" y="212659"/>
                    <a:pt x="211061" y="156779"/>
                    <a:pt x="247891" y="123759"/>
                  </a:cubicBezTo>
                  <a:cubicBezTo>
                    <a:pt x="285991" y="90739"/>
                    <a:pt x="339331" y="66609"/>
                    <a:pt x="385051" y="51369"/>
                  </a:cubicBezTo>
                  <a:cubicBezTo>
                    <a:pt x="428231" y="37399"/>
                    <a:pt x="459981" y="34859"/>
                    <a:pt x="514591" y="29779"/>
                  </a:cubicBezTo>
                  <a:cubicBezTo>
                    <a:pt x="602221" y="22159"/>
                    <a:pt x="748271" y="25969"/>
                    <a:pt x="862571" y="29779"/>
                  </a:cubicBezTo>
                  <a:cubicBezTo>
                    <a:pt x="973061" y="33589"/>
                    <a:pt x="1091171" y="38669"/>
                    <a:pt x="1191501" y="51369"/>
                  </a:cubicBezTo>
                  <a:cubicBezTo>
                    <a:pt x="1276591" y="62799"/>
                    <a:pt x="1371841" y="78039"/>
                    <a:pt x="1425181" y="97089"/>
                  </a:cubicBezTo>
                  <a:cubicBezTo>
                    <a:pt x="1455661" y="108519"/>
                    <a:pt x="1469631" y="116139"/>
                    <a:pt x="1492491" y="135189"/>
                  </a:cubicBezTo>
                  <a:cubicBezTo>
                    <a:pt x="1525511" y="163129"/>
                    <a:pt x="1571231" y="217739"/>
                    <a:pt x="1591551" y="254569"/>
                  </a:cubicBezTo>
                  <a:cubicBezTo>
                    <a:pt x="1606791" y="281239"/>
                    <a:pt x="1613141" y="299019"/>
                    <a:pt x="1616951" y="328229"/>
                  </a:cubicBezTo>
                  <a:cubicBezTo>
                    <a:pt x="1623301" y="370139"/>
                    <a:pt x="1622031" y="442529"/>
                    <a:pt x="1611871" y="483169"/>
                  </a:cubicBezTo>
                  <a:cubicBezTo>
                    <a:pt x="1606791" y="513649"/>
                    <a:pt x="1599171" y="530159"/>
                    <a:pt x="1582661" y="555559"/>
                  </a:cubicBezTo>
                  <a:cubicBezTo>
                    <a:pt x="1559801" y="591119"/>
                    <a:pt x="1510271" y="643189"/>
                    <a:pt x="1475981" y="668589"/>
                  </a:cubicBezTo>
                  <a:cubicBezTo>
                    <a:pt x="1451851" y="686369"/>
                    <a:pt x="1434071" y="693989"/>
                    <a:pt x="1406131" y="702879"/>
                  </a:cubicBezTo>
                  <a:cubicBezTo>
                    <a:pt x="1365491" y="714309"/>
                    <a:pt x="1251191" y="716849"/>
                    <a:pt x="1251191" y="71684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Freeform 14"/>
          <p:cNvSpPr/>
          <p:nvPr/>
        </p:nvSpPr>
        <p:spPr>
          <a:xfrm>
            <a:off x="4096155" y="4064944"/>
            <a:ext cx="1498393" cy="1921017"/>
          </a:xfrm>
          <a:custGeom>
            <a:avLst/>
            <a:gdLst/>
            <a:ahLst/>
            <a:cxnLst/>
            <a:rect l="l" t="t" r="r" b="b"/>
            <a:pathLst>
              <a:path w="1498393" h="1921017">
                <a:moveTo>
                  <a:pt x="0" y="0"/>
                </a:moveTo>
                <a:lnTo>
                  <a:pt x="1498393" y="0"/>
                </a:lnTo>
                <a:lnTo>
                  <a:pt x="1498393" y="1921017"/>
                </a:lnTo>
                <a:lnTo>
                  <a:pt x="0" y="1921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2414776" y="4182991"/>
            <a:ext cx="1604643" cy="1802970"/>
          </a:xfrm>
          <a:custGeom>
            <a:avLst/>
            <a:gdLst/>
            <a:ahLst/>
            <a:cxnLst/>
            <a:rect l="l" t="t" r="r" b="b"/>
            <a:pathLst>
              <a:path w="1604643" h="1802970">
                <a:moveTo>
                  <a:pt x="0" y="0"/>
                </a:moveTo>
                <a:lnTo>
                  <a:pt x="1604643" y="0"/>
                </a:lnTo>
                <a:lnTo>
                  <a:pt x="1604643" y="1802970"/>
                </a:lnTo>
                <a:lnTo>
                  <a:pt x="0" y="1802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4206202" y="1366829"/>
            <a:ext cx="10485364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7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Solución propuesta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01794" y="2418017"/>
            <a:ext cx="7625575" cy="42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0"/>
              </a:lnSpc>
              <a:spcBef>
                <a:spcPct val="0"/>
              </a:spcBef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App </a:t>
            </a:r>
            <a:r>
              <a:rPr lang="en-US" sz="3000" u="none" strike="noStrike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móvil para pacientes y psicólogos: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14272" y="3411783"/>
            <a:ext cx="197504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2D6A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Paciente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54980" y="3411783"/>
            <a:ext cx="261917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strike="noStrike">
                <a:solidFill>
                  <a:srgbClr val="2D6A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Psicólogo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6985" y="6348095"/>
            <a:ext cx="7457596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99" u="none" strike="noStrik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egistra cada día cómo se siente en seis hábitos: sueño, alimentación, estrés, ejercicio, hidratación y ansiedad.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Conversa con H.O.P.E., un agente de IA que le sugiere ejercicios, respiraciones y otras alternativas que no involucran medicación.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u="none" strike="noStrike">
              <a:solidFill>
                <a:srgbClr val="36443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462189" y="6287770"/>
            <a:ext cx="7797111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Revisa </a:t>
            </a:r>
            <a:r>
              <a:rPr lang="en-US" sz="2499" u="none" strike="noStrik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en un dashboard los hábitos de cada paciente, con gráficos, promedios y filtros por rango de fechas.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36443E"/>
                </a:solidFill>
                <a:latin typeface="Open Sans"/>
                <a:ea typeface="Open Sans"/>
                <a:cs typeface="Open Sans"/>
                <a:sym typeface="Open Sans"/>
              </a:rPr>
              <a:t>Consulta las conversaciones de sus pacientes con H.O.P.E., con su consentimiento.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720041"/>
            <a:ext cx="17910406" cy="6867682"/>
            <a:chOff x="0" y="0"/>
            <a:chExt cx="4717144" cy="18087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1808772"/>
            </a:xfrm>
            <a:custGeom>
              <a:avLst/>
              <a:gdLst/>
              <a:ahLst/>
              <a:cxnLst/>
              <a:rect l="l" t="t" r="r" b="b"/>
              <a:pathLst>
                <a:path w="4717144" h="1808772">
                  <a:moveTo>
                    <a:pt x="0" y="0"/>
                  </a:moveTo>
                  <a:lnTo>
                    <a:pt x="4717144" y="0"/>
                  </a:lnTo>
                  <a:lnTo>
                    <a:pt x="4717144" y="1808772"/>
                  </a:lnTo>
                  <a:lnTo>
                    <a:pt x="0" y="18087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1846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6013" y="2566389"/>
            <a:ext cx="17635975" cy="6691911"/>
          </a:xfrm>
          <a:custGeom>
            <a:avLst/>
            <a:gdLst/>
            <a:ahLst/>
            <a:cxnLst/>
            <a:rect l="l" t="t" r="r" b="b"/>
            <a:pathLst>
              <a:path w="17635975" h="6691911">
                <a:moveTo>
                  <a:pt x="0" y="0"/>
                </a:moveTo>
                <a:lnTo>
                  <a:pt x="17635974" y="0"/>
                </a:lnTo>
                <a:lnTo>
                  <a:pt x="17635974" y="6691911"/>
                </a:lnTo>
                <a:lnTo>
                  <a:pt x="0" y="66919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6949597" y="947486"/>
            <a:ext cx="3898041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79"/>
              </a:lnSpc>
              <a:spcBef>
                <a:spcPct val="0"/>
              </a:spcBef>
            </a:pPr>
            <a:r>
              <a:rPr lang="en-US" sz="6999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Sprints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594" y="-86361"/>
            <a:ext cx="17342654" cy="10368604"/>
            <a:chOff x="0" y="0"/>
            <a:chExt cx="4567613" cy="2730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7613" cy="2730826"/>
            </a:xfrm>
            <a:custGeom>
              <a:avLst/>
              <a:gdLst/>
              <a:ahLst/>
              <a:cxnLst/>
              <a:rect l="l" t="t" r="r" b="b"/>
              <a:pathLst>
                <a:path w="4567613" h="2730826">
                  <a:moveTo>
                    <a:pt x="0" y="0"/>
                  </a:moveTo>
                  <a:lnTo>
                    <a:pt x="4567613" y="0"/>
                  </a:lnTo>
                  <a:lnTo>
                    <a:pt x="4567613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7613" cy="2768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99999">
            <a:off x="-2217399" y="-183726"/>
            <a:ext cx="4066725" cy="3734959"/>
            <a:chOff x="0" y="0"/>
            <a:chExt cx="2816434" cy="25866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98994" y="0"/>
                  </a:moveTo>
                  <a:lnTo>
                    <a:pt x="2717441" y="0"/>
                  </a:lnTo>
                  <a:cubicBezTo>
                    <a:pt x="2772113" y="0"/>
                    <a:pt x="2816434" y="44321"/>
                    <a:pt x="2816434" y="98994"/>
                  </a:cubicBezTo>
                  <a:lnTo>
                    <a:pt x="2816434" y="2487674"/>
                  </a:lnTo>
                  <a:cubicBezTo>
                    <a:pt x="2816434" y="2542347"/>
                    <a:pt x="2772113" y="2586668"/>
                    <a:pt x="2717441" y="2586668"/>
                  </a:cubicBezTo>
                  <a:lnTo>
                    <a:pt x="98994" y="2586668"/>
                  </a:lnTo>
                  <a:cubicBezTo>
                    <a:pt x="72739" y="2586668"/>
                    <a:pt x="47559" y="2576238"/>
                    <a:pt x="28995" y="2557673"/>
                  </a:cubicBezTo>
                  <a:cubicBezTo>
                    <a:pt x="10430" y="2539108"/>
                    <a:pt x="0" y="2513929"/>
                    <a:pt x="0" y="2487674"/>
                  </a:cubicBezTo>
                  <a:lnTo>
                    <a:pt x="0" y="98994"/>
                  </a:lnTo>
                  <a:cubicBezTo>
                    <a:pt x="0" y="44321"/>
                    <a:pt x="44321" y="0"/>
                    <a:pt x="98994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85869" y="1076325"/>
            <a:ext cx="11619229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839"/>
              </a:lnSpc>
              <a:spcBef>
                <a:spcPct val="0"/>
              </a:spcBef>
            </a:pPr>
            <a:r>
              <a:rPr lang="en-US" sz="6999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Cambios en el Proyecto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20203" y="2195184"/>
            <a:ext cx="14815124" cy="962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5"/>
              </a:lnSpc>
            </a:pPr>
            <a:endParaRPr/>
          </a:p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El proyecto no sufrió ningún tipo de reducción en su desarrollo, solo fue creciendo en funcionalidades a medida de este mismo.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390"/>
              </a:lnSpc>
            </a:pPr>
            <a:r>
              <a:rPr lang="en-US" sz="3000" b="1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Agregados:</a:t>
            </a:r>
          </a:p>
          <a:p>
            <a:pPr algn="l">
              <a:lnSpc>
                <a:spcPts val="3390"/>
              </a:lnSpc>
            </a:pPr>
            <a:endParaRPr lang="en-US" sz="3000" b="1">
              <a:solidFill>
                <a:srgbClr val="2D6A4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Registro de citas para el psicólogo y conexión directa al paciente.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Página de calendario para consultar futuras citas en el perfil del Psicólogo.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Cambio rápido de perfil de psicólogo y paciente para aquellos psicólogos que sean también pacientes en la App.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Sistema de suscripción íntegro en la App (Activo e Inactivo).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47700" lvl="1" indent="-323850" algn="l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Página de recursos clínicos para el paciente y para futuras recomendaciones de H.o.p.e</a:t>
            </a:r>
          </a:p>
          <a:p>
            <a:pPr algn="l">
              <a:lnSpc>
                <a:spcPts val="3824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824"/>
              </a:lnSpc>
              <a:spcBef>
                <a:spcPct val="0"/>
              </a:spcBef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824"/>
              </a:lnSpc>
              <a:spcBef>
                <a:spcPct val="0"/>
              </a:spcBef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824"/>
              </a:lnSpc>
              <a:spcBef>
                <a:spcPct val="0"/>
              </a:spcBef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1244" y="0"/>
            <a:ext cx="16856662" cy="10368604"/>
            <a:chOff x="0" y="0"/>
            <a:chExt cx="4439615" cy="2730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39615" cy="2730826"/>
            </a:xfrm>
            <a:custGeom>
              <a:avLst/>
              <a:gdLst/>
              <a:ahLst/>
              <a:cxnLst/>
              <a:rect l="l" t="t" r="r" b="b"/>
              <a:pathLst>
                <a:path w="4439615" h="2730826">
                  <a:moveTo>
                    <a:pt x="0" y="0"/>
                  </a:moveTo>
                  <a:lnTo>
                    <a:pt x="4439615" y="0"/>
                  </a:lnTo>
                  <a:lnTo>
                    <a:pt x="4439615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39615" cy="2768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700363" y="20116"/>
            <a:ext cx="9623884" cy="10348488"/>
          </a:xfrm>
          <a:custGeom>
            <a:avLst/>
            <a:gdLst/>
            <a:ahLst/>
            <a:cxnLst/>
            <a:rect l="l" t="t" r="r" b="b"/>
            <a:pathLst>
              <a:path w="9623884" h="10348488">
                <a:moveTo>
                  <a:pt x="0" y="0"/>
                </a:moveTo>
                <a:lnTo>
                  <a:pt x="9623884" y="0"/>
                </a:lnTo>
                <a:lnTo>
                  <a:pt x="9623884" y="10348488"/>
                </a:lnTo>
                <a:lnTo>
                  <a:pt x="0" y="10348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9" b="-26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906974" y="3756435"/>
            <a:ext cx="3476433" cy="1817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168"/>
              </a:lnSpc>
            </a:pPr>
            <a:r>
              <a:rPr lang="en-US" sz="6400" b="1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Casos </a:t>
            </a:r>
          </a:p>
          <a:p>
            <a:pPr marL="0" lvl="1" indent="0" algn="just">
              <a:lnSpc>
                <a:spcPts val="7168"/>
              </a:lnSpc>
              <a:spcBef>
                <a:spcPct val="0"/>
              </a:spcBef>
            </a:pPr>
            <a:r>
              <a:rPr lang="en-US" sz="6400" b="1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de Uso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594" y="-86361"/>
            <a:ext cx="17342654" cy="10368604"/>
            <a:chOff x="0" y="0"/>
            <a:chExt cx="4567613" cy="2730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7613" cy="2730826"/>
            </a:xfrm>
            <a:custGeom>
              <a:avLst/>
              <a:gdLst/>
              <a:ahLst/>
              <a:cxnLst/>
              <a:rect l="l" t="t" r="r" b="b"/>
              <a:pathLst>
                <a:path w="4567613" h="2730826">
                  <a:moveTo>
                    <a:pt x="0" y="0"/>
                  </a:moveTo>
                  <a:lnTo>
                    <a:pt x="4567613" y="0"/>
                  </a:lnTo>
                  <a:lnTo>
                    <a:pt x="4567613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7613" cy="2768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99999">
            <a:off x="-2549729" y="79984"/>
            <a:ext cx="4066725" cy="3734959"/>
            <a:chOff x="0" y="0"/>
            <a:chExt cx="2816434" cy="25866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95186" y="0"/>
                  </a:moveTo>
                  <a:lnTo>
                    <a:pt x="2721248" y="0"/>
                  </a:lnTo>
                  <a:cubicBezTo>
                    <a:pt x="2773818" y="0"/>
                    <a:pt x="2816434" y="42616"/>
                    <a:pt x="2816434" y="95186"/>
                  </a:cubicBezTo>
                  <a:lnTo>
                    <a:pt x="2816434" y="2491481"/>
                  </a:lnTo>
                  <a:cubicBezTo>
                    <a:pt x="2816434" y="2544051"/>
                    <a:pt x="2773818" y="2586668"/>
                    <a:pt x="2721248" y="2586668"/>
                  </a:cubicBezTo>
                  <a:lnTo>
                    <a:pt x="95186" y="2586668"/>
                  </a:lnTo>
                  <a:cubicBezTo>
                    <a:pt x="42616" y="2586668"/>
                    <a:pt x="0" y="2544051"/>
                    <a:pt x="0" y="2491481"/>
                  </a:cubicBezTo>
                  <a:lnTo>
                    <a:pt x="0" y="95186"/>
                  </a:lnTo>
                  <a:cubicBezTo>
                    <a:pt x="0" y="42616"/>
                    <a:pt x="42616" y="0"/>
                    <a:pt x="95186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667188" y="2766636"/>
            <a:ext cx="13859139" cy="7031288"/>
          </a:xfrm>
          <a:custGeom>
            <a:avLst/>
            <a:gdLst/>
            <a:ahLst/>
            <a:cxnLst/>
            <a:rect l="l" t="t" r="r" b="b"/>
            <a:pathLst>
              <a:path w="13859139" h="7031288">
                <a:moveTo>
                  <a:pt x="0" y="0"/>
                </a:moveTo>
                <a:lnTo>
                  <a:pt x="13859139" y="0"/>
                </a:lnTo>
                <a:lnTo>
                  <a:pt x="13859139" y="7031288"/>
                </a:lnTo>
                <a:lnTo>
                  <a:pt x="0" y="703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3125870" y="1005123"/>
            <a:ext cx="13717712" cy="942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280"/>
              </a:lnSpc>
              <a:spcBef>
                <a:spcPct val="0"/>
              </a:spcBef>
            </a:pPr>
            <a:r>
              <a:rPr lang="en-US" sz="6500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Historias de usuario paciente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594" y="-86361"/>
            <a:ext cx="17342654" cy="10368604"/>
            <a:chOff x="0" y="0"/>
            <a:chExt cx="4567613" cy="2730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7613" cy="2730826"/>
            </a:xfrm>
            <a:custGeom>
              <a:avLst/>
              <a:gdLst/>
              <a:ahLst/>
              <a:cxnLst/>
              <a:rect l="l" t="t" r="r" b="b"/>
              <a:pathLst>
                <a:path w="4567613" h="2730826">
                  <a:moveTo>
                    <a:pt x="0" y="0"/>
                  </a:moveTo>
                  <a:lnTo>
                    <a:pt x="4567613" y="0"/>
                  </a:lnTo>
                  <a:lnTo>
                    <a:pt x="4567613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7613" cy="2768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99999">
            <a:off x="-2580104" y="79984"/>
            <a:ext cx="4066725" cy="3734959"/>
            <a:chOff x="0" y="0"/>
            <a:chExt cx="2816434" cy="25866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98994" y="0"/>
                  </a:moveTo>
                  <a:lnTo>
                    <a:pt x="2717441" y="0"/>
                  </a:lnTo>
                  <a:cubicBezTo>
                    <a:pt x="2772113" y="0"/>
                    <a:pt x="2816434" y="44321"/>
                    <a:pt x="2816434" y="98994"/>
                  </a:cubicBezTo>
                  <a:lnTo>
                    <a:pt x="2816434" y="2487674"/>
                  </a:lnTo>
                  <a:cubicBezTo>
                    <a:pt x="2816434" y="2542347"/>
                    <a:pt x="2772113" y="2586668"/>
                    <a:pt x="2717441" y="2586668"/>
                  </a:cubicBezTo>
                  <a:lnTo>
                    <a:pt x="98994" y="2586668"/>
                  </a:lnTo>
                  <a:cubicBezTo>
                    <a:pt x="72739" y="2586668"/>
                    <a:pt x="47559" y="2576238"/>
                    <a:pt x="28995" y="2557673"/>
                  </a:cubicBezTo>
                  <a:cubicBezTo>
                    <a:pt x="10430" y="2539108"/>
                    <a:pt x="0" y="2513929"/>
                    <a:pt x="0" y="2487674"/>
                  </a:cubicBezTo>
                  <a:lnTo>
                    <a:pt x="0" y="98994"/>
                  </a:lnTo>
                  <a:cubicBezTo>
                    <a:pt x="0" y="44321"/>
                    <a:pt x="44321" y="0"/>
                    <a:pt x="98994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385987" y="2835426"/>
            <a:ext cx="14544523" cy="6720022"/>
          </a:xfrm>
          <a:custGeom>
            <a:avLst/>
            <a:gdLst/>
            <a:ahLst/>
            <a:cxnLst/>
            <a:rect l="l" t="t" r="r" b="b"/>
            <a:pathLst>
              <a:path w="14544523" h="6720022">
                <a:moveTo>
                  <a:pt x="0" y="0"/>
                </a:moveTo>
                <a:lnTo>
                  <a:pt x="14544523" y="0"/>
                </a:lnTo>
                <a:lnTo>
                  <a:pt x="14544523" y="6720022"/>
                </a:lnTo>
                <a:lnTo>
                  <a:pt x="0" y="6720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2751851" y="1005123"/>
            <a:ext cx="14178660" cy="942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280"/>
              </a:lnSpc>
              <a:spcBef>
                <a:spcPct val="0"/>
              </a:spcBef>
            </a:pPr>
            <a:r>
              <a:rPr lang="en-US" sz="6500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Historias de usuario psicólogo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594" y="-86361"/>
            <a:ext cx="17342654" cy="10368604"/>
            <a:chOff x="0" y="0"/>
            <a:chExt cx="4567613" cy="2730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7613" cy="2730826"/>
            </a:xfrm>
            <a:custGeom>
              <a:avLst/>
              <a:gdLst/>
              <a:ahLst/>
              <a:cxnLst/>
              <a:rect l="l" t="t" r="r" b="b"/>
              <a:pathLst>
                <a:path w="4567613" h="2730826">
                  <a:moveTo>
                    <a:pt x="0" y="0"/>
                  </a:moveTo>
                  <a:lnTo>
                    <a:pt x="4567613" y="0"/>
                  </a:lnTo>
                  <a:lnTo>
                    <a:pt x="4567613" y="2730826"/>
                  </a:lnTo>
                  <a:lnTo>
                    <a:pt x="0" y="2730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67613" cy="2768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177702" y="315573"/>
            <a:ext cx="13081598" cy="9655855"/>
          </a:xfrm>
          <a:custGeom>
            <a:avLst/>
            <a:gdLst/>
            <a:ahLst/>
            <a:cxnLst/>
            <a:rect l="l" t="t" r="r" b="b"/>
            <a:pathLst>
              <a:path w="13081598" h="9655855">
                <a:moveTo>
                  <a:pt x="0" y="0"/>
                </a:moveTo>
                <a:lnTo>
                  <a:pt x="13081598" y="0"/>
                </a:lnTo>
                <a:lnTo>
                  <a:pt x="13081598" y="9655854"/>
                </a:lnTo>
                <a:lnTo>
                  <a:pt x="0" y="9655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590216" y="1729549"/>
            <a:ext cx="5145618" cy="143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5600"/>
              </a:lnSpc>
              <a:spcBef>
                <a:spcPct val="0"/>
              </a:spcBef>
            </a:pPr>
            <a:r>
              <a:rPr lang="en-US" sz="5000" b="1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Mapa Tecnológico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832" y="0"/>
            <a:ext cx="18080336" cy="9902533"/>
            <a:chOff x="0" y="0"/>
            <a:chExt cx="4761899" cy="26080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1899" cy="2608075"/>
            </a:xfrm>
            <a:custGeom>
              <a:avLst/>
              <a:gdLst/>
              <a:ahLst/>
              <a:cxnLst/>
              <a:rect l="l" t="t" r="r" b="b"/>
              <a:pathLst>
                <a:path w="4761899" h="2608075">
                  <a:moveTo>
                    <a:pt x="0" y="0"/>
                  </a:moveTo>
                  <a:lnTo>
                    <a:pt x="4761899" y="0"/>
                  </a:lnTo>
                  <a:lnTo>
                    <a:pt x="4761899" y="2608075"/>
                  </a:lnTo>
                  <a:lnTo>
                    <a:pt x="0" y="26080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61899" cy="2646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524445" y="192233"/>
            <a:ext cx="12067539" cy="9902533"/>
          </a:xfrm>
          <a:custGeom>
            <a:avLst/>
            <a:gdLst/>
            <a:ahLst/>
            <a:cxnLst/>
            <a:rect l="l" t="t" r="r" b="b"/>
            <a:pathLst>
              <a:path w="12067539" h="9902533">
                <a:moveTo>
                  <a:pt x="0" y="0"/>
                </a:moveTo>
                <a:lnTo>
                  <a:pt x="12067539" y="0"/>
                </a:lnTo>
                <a:lnTo>
                  <a:pt x="12067539" y="9902534"/>
                </a:lnTo>
                <a:lnTo>
                  <a:pt x="0" y="9902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3" b="-773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387811" y="3467174"/>
            <a:ext cx="3762231" cy="236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59"/>
              </a:lnSpc>
            </a:pPr>
            <a:r>
              <a:rPr lang="en-US" sz="5499" b="1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Modelo</a:t>
            </a:r>
          </a:p>
          <a:p>
            <a:pPr algn="just">
              <a:lnSpc>
                <a:spcPts val="6159"/>
              </a:lnSpc>
            </a:pPr>
            <a:r>
              <a:rPr lang="en-US" sz="5499" b="1">
                <a:solidFill>
                  <a:srgbClr val="2D6A4F"/>
                </a:solidFill>
                <a:latin typeface="Garet Bold"/>
                <a:ea typeface="Garet Bold"/>
                <a:cs typeface="Garet Bold"/>
                <a:sym typeface="Garet Bold"/>
              </a:rPr>
              <a:t>de Datos</a:t>
            </a:r>
          </a:p>
          <a:p>
            <a:pPr marL="0" lvl="1" indent="0" algn="just">
              <a:lnSpc>
                <a:spcPts val="6159"/>
              </a:lnSpc>
              <a:spcBef>
                <a:spcPct val="0"/>
              </a:spcBef>
            </a:pPr>
            <a:endParaRPr lang="en-US" sz="5499" b="1">
              <a:solidFill>
                <a:srgbClr val="2D6A4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29175" y="1076325"/>
            <a:ext cx="12714802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839"/>
              </a:lnSpc>
              <a:spcBef>
                <a:spcPct val="0"/>
              </a:spcBef>
            </a:pPr>
            <a:r>
              <a:rPr lang="en-US" sz="6999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PsicoHábitos-IA</a:t>
            </a:r>
          </a:p>
        </p:txBody>
      </p:sp>
      <p:grpSp>
        <p:nvGrpSpPr>
          <p:cNvPr id="6" name="Group 6"/>
          <p:cNvGrpSpPr/>
          <p:nvPr/>
        </p:nvGrpSpPr>
        <p:grpSpPr>
          <a:xfrm rot="-2699999">
            <a:off x="15722988" y="8118"/>
            <a:ext cx="6841814" cy="6283654"/>
            <a:chOff x="0" y="0"/>
            <a:chExt cx="3397795" cy="3120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63367" y="0"/>
                  </a:moveTo>
                  <a:lnTo>
                    <a:pt x="3334427" y="0"/>
                  </a:lnTo>
                  <a:cubicBezTo>
                    <a:pt x="3369424" y="0"/>
                    <a:pt x="3397795" y="28371"/>
                    <a:pt x="3397795" y="63367"/>
                  </a:cubicBezTo>
                  <a:lnTo>
                    <a:pt x="3397795" y="3057233"/>
                  </a:lnTo>
                  <a:cubicBezTo>
                    <a:pt x="3397795" y="3092230"/>
                    <a:pt x="3369424" y="3120600"/>
                    <a:pt x="3334427" y="3120600"/>
                  </a:cubicBezTo>
                  <a:lnTo>
                    <a:pt x="63367" y="3120600"/>
                  </a:lnTo>
                  <a:cubicBezTo>
                    <a:pt x="28371" y="3120600"/>
                    <a:pt x="0" y="3092230"/>
                    <a:pt x="0" y="3057233"/>
                  </a:cubicBezTo>
                  <a:lnTo>
                    <a:pt x="0" y="63367"/>
                  </a:lnTo>
                  <a:cubicBezTo>
                    <a:pt x="0" y="28371"/>
                    <a:pt x="28371" y="0"/>
                    <a:pt x="63367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8134" y="2817827"/>
            <a:ext cx="15183890" cy="7372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1. Login al Módulo Paciente con credenciales:</a:t>
            </a:r>
          </a:p>
          <a:p>
            <a:pPr algn="l">
              <a:lnSpc>
                <a:spcPts val="3608"/>
              </a:lnSpc>
            </a:pPr>
            <a:endParaRPr lang="en-US" sz="3193">
              <a:solidFill>
                <a:srgbClr val="36443E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32589" lvl="1" indent="-366295" algn="l">
              <a:lnSpc>
                <a:spcPts val="3834"/>
              </a:lnSpc>
              <a:buFont typeface="Arial"/>
              <a:buChar char="•"/>
            </a:pPr>
            <a:r>
              <a:rPr lang="en-US" sz="33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Correo:   </a:t>
            </a:r>
            <a:r>
              <a:rPr lang="en-US" sz="3393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yalfaro145@gmail.com</a:t>
            </a:r>
          </a:p>
          <a:p>
            <a:pPr marL="732589" lvl="1" indent="-366295" algn="l">
              <a:lnSpc>
                <a:spcPts val="3834"/>
              </a:lnSpc>
              <a:buFont typeface="Arial"/>
              <a:buChar char="•"/>
            </a:pPr>
            <a:r>
              <a:rPr lang="en-US" sz="33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Contraseña:   </a:t>
            </a:r>
            <a:r>
              <a:rPr lang="en-US" sz="3393" b="1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Psico123@</a:t>
            </a:r>
          </a:p>
          <a:p>
            <a:pPr algn="l">
              <a:lnSpc>
                <a:spcPts val="3608"/>
              </a:lnSpc>
            </a:pPr>
            <a:endParaRPr lang="en-US" sz="3393" b="1">
              <a:solidFill>
                <a:srgbClr val="36443E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608"/>
              </a:lnSpc>
            </a:pP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- Comprobar registro de hábitos y registrar nuevos</a:t>
            </a:r>
          </a:p>
          <a:p>
            <a:pPr algn="l">
              <a:lnSpc>
                <a:spcPts val="3608"/>
              </a:lnSpc>
            </a:pP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- Ver pantalla de historial de citas </a:t>
            </a:r>
          </a:p>
          <a:p>
            <a:pPr algn="l">
              <a:lnSpc>
                <a:spcPts val="3608"/>
              </a:lnSpc>
            </a:pPr>
            <a:r>
              <a:rPr lang="en-US" sz="3193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- Ver pantalla de recursos (En desarrollo)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  <a:endParaRPr lang="en-US" sz="3193">
              <a:solidFill>
                <a:srgbClr val="36443E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3193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2. Cambiar al Módulo Psicólogo desde el perfil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  <a:endParaRPr lang="en-US" sz="3193" u="none" strike="noStrike">
              <a:solidFill>
                <a:srgbClr val="36443E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3193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- Ir a página de pacientes y comprobar paciente Yanad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3193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- Comprobar hábitos y sus distintos filtros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3193" u="none" strike="noStrike">
                <a:solidFill>
                  <a:srgbClr val="36443E"/>
                </a:solidFill>
                <a:latin typeface="Garet"/>
                <a:ea typeface="Garet"/>
                <a:cs typeface="Garet"/>
                <a:sym typeface="Garet"/>
              </a:rPr>
              <a:t>    - Comprobar registro de pacientes nuevos y ya registrados en la app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  <a:endParaRPr lang="en-US" sz="3193" u="none" strike="noStrike">
              <a:solidFill>
                <a:srgbClr val="36443E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608"/>
              </a:lnSpc>
              <a:spcBef>
                <a:spcPct val="0"/>
              </a:spcBef>
            </a:pPr>
            <a:endParaRPr lang="en-US" sz="3193" u="none" strike="noStrike">
              <a:solidFill>
                <a:srgbClr val="36443E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E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34136" y="1957710"/>
            <a:ext cx="10747629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83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36443E"/>
                </a:solidFill>
                <a:latin typeface="Garet Bold"/>
                <a:ea typeface="Garet Bold"/>
                <a:cs typeface="Garet Bold"/>
                <a:sym typeface="Garet Bold"/>
              </a:rPr>
              <a:t>Conclusión</a:t>
            </a:r>
          </a:p>
        </p:txBody>
      </p:sp>
      <p:grpSp>
        <p:nvGrpSpPr>
          <p:cNvPr id="6" name="Group 6"/>
          <p:cNvGrpSpPr/>
          <p:nvPr/>
        </p:nvGrpSpPr>
        <p:grpSpPr>
          <a:xfrm rot="-2699999">
            <a:off x="15722988" y="215474"/>
            <a:ext cx="6841814" cy="6283654"/>
            <a:chOff x="0" y="0"/>
            <a:chExt cx="3397795" cy="3120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56578" y="0"/>
                  </a:moveTo>
                  <a:lnTo>
                    <a:pt x="3341217" y="0"/>
                  </a:lnTo>
                  <a:cubicBezTo>
                    <a:pt x="3372464" y="0"/>
                    <a:pt x="3397795" y="25331"/>
                    <a:pt x="3397795" y="56578"/>
                  </a:cubicBezTo>
                  <a:lnTo>
                    <a:pt x="3397795" y="3064022"/>
                  </a:lnTo>
                  <a:cubicBezTo>
                    <a:pt x="3397795" y="3095269"/>
                    <a:pt x="3372464" y="3120600"/>
                    <a:pt x="3341217" y="3120600"/>
                  </a:cubicBezTo>
                  <a:lnTo>
                    <a:pt x="56578" y="3120600"/>
                  </a:lnTo>
                  <a:cubicBezTo>
                    <a:pt x="25331" y="3120600"/>
                    <a:pt x="0" y="3095269"/>
                    <a:pt x="0" y="3064022"/>
                  </a:cubicBezTo>
                  <a:lnTo>
                    <a:pt x="0" y="56578"/>
                  </a:lnTo>
                  <a:cubicBezTo>
                    <a:pt x="0" y="25331"/>
                    <a:pt x="25331" y="0"/>
                    <a:pt x="56578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699999">
            <a:off x="14606983" y="8736132"/>
            <a:ext cx="3491768" cy="3388599"/>
            <a:chOff x="0" y="0"/>
            <a:chExt cx="1734088" cy="16828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4088" cy="1682853"/>
            </a:xfrm>
            <a:custGeom>
              <a:avLst/>
              <a:gdLst/>
              <a:ahLst/>
              <a:cxnLst/>
              <a:rect l="l" t="t" r="r" b="b"/>
              <a:pathLst>
                <a:path w="1734088" h="1682853">
                  <a:moveTo>
                    <a:pt x="113077" y="0"/>
                  </a:moveTo>
                  <a:lnTo>
                    <a:pt x="1621012" y="0"/>
                  </a:lnTo>
                  <a:cubicBezTo>
                    <a:pt x="1651001" y="0"/>
                    <a:pt x="1679763" y="11913"/>
                    <a:pt x="1700969" y="33119"/>
                  </a:cubicBezTo>
                  <a:cubicBezTo>
                    <a:pt x="1722175" y="54325"/>
                    <a:pt x="1734088" y="83087"/>
                    <a:pt x="1734088" y="113077"/>
                  </a:cubicBezTo>
                  <a:lnTo>
                    <a:pt x="1734088" y="1569776"/>
                  </a:lnTo>
                  <a:cubicBezTo>
                    <a:pt x="1734088" y="1599766"/>
                    <a:pt x="1722175" y="1628527"/>
                    <a:pt x="1700969" y="1649733"/>
                  </a:cubicBezTo>
                  <a:cubicBezTo>
                    <a:pt x="1679763" y="1670939"/>
                    <a:pt x="1651001" y="1682853"/>
                    <a:pt x="1621012" y="1682853"/>
                  </a:cubicBezTo>
                  <a:lnTo>
                    <a:pt x="113077" y="1682853"/>
                  </a:lnTo>
                  <a:cubicBezTo>
                    <a:pt x="83087" y="1682853"/>
                    <a:pt x="54325" y="1670939"/>
                    <a:pt x="33119" y="1649733"/>
                  </a:cubicBezTo>
                  <a:cubicBezTo>
                    <a:pt x="11913" y="1628527"/>
                    <a:pt x="0" y="1599766"/>
                    <a:pt x="0" y="1569776"/>
                  </a:cubicBezTo>
                  <a:lnTo>
                    <a:pt x="0" y="113077"/>
                  </a:lnTo>
                  <a:cubicBezTo>
                    <a:pt x="0" y="83087"/>
                    <a:pt x="11913" y="54325"/>
                    <a:pt x="33119" y="33119"/>
                  </a:cubicBezTo>
                  <a:cubicBezTo>
                    <a:pt x="54325" y="11913"/>
                    <a:pt x="83087" y="0"/>
                    <a:pt x="113077" y="0"/>
                  </a:cubicBezTo>
                  <a:close/>
                </a:path>
              </a:pathLst>
            </a:custGeom>
            <a:solidFill>
              <a:srgbClr val="95D5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34136" y="4196750"/>
            <a:ext cx="12691020" cy="428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Podemos concluir que Psicohabitos-IA no solo esta tomando el rumbo acorde segun los sprints estimados, sino que a través de estos crece en funcionalidades y mejoras.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Esto principalmente debido a las buenas practicas llevadas a cabo por el grupo de trabajo</a:t>
            </a:r>
          </a:p>
          <a:p>
            <a:pPr algn="l">
              <a:lnSpc>
                <a:spcPts val="3390"/>
              </a:lnSpc>
            </a:pPr>
            <a:r>
              <a:rPr lang="en-US" sz="3000">
                <a:solidFill>
                  <a:srgbClr val="2D6A4F"/>
                </a:solidFill>
                <a:latin typeface="Garet"/>
                <a:ea typeface="Garet"/>
                <a:cs typeface="Garet"/>
                <a:sym typeface="Garet"/>
              </a:rPr>
              <a:t>y la dedicación en el proyecto. </a:t>
            </a: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390"/>
              </a:lnSpc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390"/>
              </a:lnSpc>
              <a:spcBef>
                <a:spcPct val="0"/>
              </a:spcBef>
            </a:pPr>
            <a:endParaRPr lang="en-US" sz="3000">
              <a:solidFill>
                <a:srgbClr val="2D6A4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Macintosh PowerPoint</Application>
  <PresentationFormat>Personalizado</PresentationFormat>
  <Paragraphs>76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Garet</vt:lpstr>
      <vt:lpstr>Arial</vt:lpstr>
      <vt:lpstr>Open Sans</vt:lpstr>
      <vt:lpstr>Calibri</vt:lpstr>
      <vt:lpstr>Open Sans Bold</vt:lpstr>
      <vt:lpstr>Garet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V2.0</dc:title>
  <cp:lastModifiedBy>YOSVANI . ALFARO PEREZ</cp:lastModifiedBy>
  <cp:revision>1</cp:revision>
  <dcterms:created xsi:type="dcterms:W3CDTF">2006-08-16T00:00:00Z</dcterms:created>
  <dcterms:modified xsi:type="dcterms:W3CDTF">2026-10-14T03:14:44Z</dcterms:modified>
  <dc:identifier>DAHX1IuQAZQ</dc:identifier>
</cp:coreProperties>
</file>