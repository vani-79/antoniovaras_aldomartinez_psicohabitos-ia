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aret" charset="1" panose="00000000000000000000"/>
      <p:regular r:id="rId21"/>
    </p:embeddedFont>
    <p:embeddedFont>
      <p:font typeface="Garet Bold" charset="1" panose="00000000000000000000"/>
      <p:regular r:id="rId22"/>
    </p:embeddedFont>
    <p:embeddedFont>
      <p:font typeface="Open Sans" charset="1" panose="020B0606030504020204"/>
      <p:regular r:id="rId23"/>
    </p:embeddedFont>
    <p:embeddedFont>
      <p:font typeface="Open Sans Italics" charset="1" panose="020B0606030504020204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420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1353196" y="65035"/>
            <a:ext cx="2579499" cy="2503285"/>
            <a:chOff x="0" y="0"/>
            <a:chExt cx="1281036" cy="1243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9650" y="1759466"/>
            <a:ext cx="7741489" cy="279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0875"/>
              </a:lnSpc>
              <a:spcBef>
                <a:spcPct val="0"/>
              </a:spcBef>
            </a:pPr>
            <a:r>
              <a:rPr lang="en-US" sz="971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Proyecto Capstone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8983" y="4752037"/>
            <a:ext cx="11750856" cy="125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9755"/>
              </a:lnSpc>
              <a:spcBef>
                <a:spcPct val="0"/>
              </a:spcBef>
            </a:pPr>
            <a:r>
              <a:rPr lang="en-US" b="true" sz="870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PsicoHábitos-IA.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7569714"/>
            <a:ext cx="6608019" cy="2376355"/>
            <a:chOff x="0" y="0"/>
            <a:chExt cx="2019730" cy="726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9730" cy="726329"/>
            </a:xfrm>
            <a:custGeom>
              <a:avLst/>
              <a:gdLst/>
              <a:ahLst/>
              <a:cxnLst/>
              <a:rect r="r" b="b" t="t" l="l"/>
              <a:pathLst>
                <a:path h="726329" w="2019730">
                  <a:moveTo>
                    <a:pt x="0" y="0"/>
                  </a:moveTo>
                  <a:lnTo>
                    <a:pt x="2019730" y="0"/>
                  </a:lnTo>
                  <a:lnTo>
                    <a:pt x="2019730" y="726329"/>
                  </a:lnTo>
                  <a:lnTo>
                    <a:pt x="0" y="726329"/>
                  </a:lnTo>
                  <a:close/>
                </a:path>
              </a:pathLst>
            </a:custGeom>
            <a:solidFill>
              <a:srgbClr val="2D6A4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19730" cy="764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8140" cy="1832352"/>
            </a:xfrm>
            <a:custGeom>
              <a:avLst/>
              <a:gdLst/>
              <a:ahLst/>
              <a:cxnLst/>
              <a:rect r="r" b="b" t="t" l="l"/>
              <a:pathLst>
                <a:path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44943" y="7676045"/>
            <a:ext cx="5804830" cy="213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618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Integrantes</a:t>
            </a:r>
            <a:r>
              <a:rPr lang="en-US" sz="26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3430"/>
              </a:lnSpc>
            </a:pPr>
            <a:r>
              <a:rPr lang="en-US" sz="26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Yosvani Pérez</a:t>
            </a:r>
          </a:p>
          <a:p>
            <a:pPr algn="l">
              <a:lnSpc>
                <a:spcPts val="3430"/>
              </a:lnSpc>
            </a:pPr>
            <a:r>
              <a:rPr lang="en-US" sz="26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Vanessa Arias</a:t>
            </a:r>
          </a:p>
          <a:p>
            <a:pPr algn="l">
              <a:lnSpc>
                <a:spcPts val="3430"/>
              </a:lnSpc>
            </a:pPr>
          </a:p>
          <a:p>
            <a:pPr algn="l">
              <a:lnSpc>
                <a:spcPts val="3430"/>
              </a:lnSpc>
            </a:pPr>
            <a:r>
              <a:rPr lang="en-US" sz="2618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Profesor </a:t>
            </a:r>
            <a:r>
              <a:rPr lang="en-US" sz="26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Aldo Martinez Ordenes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48407" y="7666520"/>
            <a:ext cx="3402732" cy="43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02/09/26</a:t>
            </a:r>
          </a:p>
        </p:txBody>
      </p:sp>
      <p:grpSp>
        <p:nvGrpSpPr>
          <p:cNvPr name="Group 27" id="27"/>
          <p:cNvGrpSpPr/>
          <p:nvPr/>
        </p:nvGrpSpPr>
        <p:grpSpPr>
          <a:xfrm rot="-2699999">
            <a:off x="12420827" y="2191029"/>
            <a:ext cx="4103080" cy="3935261"/>
            <a:chOff x="0" y="0"/>
            <a:chExt cx="2037679" cy="19543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37679" cy="1954337"/>
            </a:xfrm>
            <a:custGeom>
              <a:avLst/>
              <a:gdLst/>
              <a:ahLst/>
              <a:cxnLst/>
              <a:rect r="r" b="b" t="t" l="l"/>
              <a:pathLst>
                <a:path h="1954337" w="2037679">
                  <a:moveTo>
                    <a:pt x="0" y="0"/>
                  </a:moveTo>
                  <a:lnTo>
                    <a:pt x="2037679" y="0"/>
                  </a:lnTo>
                  <a:lnTo>
                    <a:pt x="2037679" y="1954337"/>
                  </a:lnTo>
                  <a:lnTo>
                    <a:pt x="0" y="1954337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37679" cy="199243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885713"/>
            <a:ext cx="5820689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Índice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08718"/>
            <a:ext cx="6960313" cy="532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Introducción/Problemática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Solución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Metodología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Roles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Mapa Tecnológico/Arquitectura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Competencias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Riesgos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Seguridad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Modelo de Negocio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Mockup</a:t>
            </a:r>
          </a:p>
          <a:p>
            <a:pPr algn="l" marL="598042" indent="-299021" lvl="1">
              <a:lnSpc>
                <a:spcPts val="3877"/>
              </a:lnSpc>
              <a:spcBef>
                <a:spcPct val="0"/>
              </a:spcBef>
              <a:buFont typeface="Arial"/>
              <a:buChar char="•"/>
            </a:pPr>
            <a:r>
              <a:rPr lang="en-US" sz="276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Conclusión</a:t>
            </a:r>
          </a:p>
        </p:txBody>
      </p:sp>
      <p:grpSp>
        <p:nvGrpSpPr>
          <p:cNvPr name="Group 7" id="7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1035" cy="4198127"/>
            </a:xfrm>
            <a:custGeom>
              <a:avLst/>
              <a:gdLst/>
              <a:ahLst/>
              <a:cxnLst/>
              <a:rect r="r" b="b" t="t" l="l"/>
              <a:pathLst>
                <a:path h="4198127" w="4571035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33837" cy="2602650"/>
            </a:xfrm>
            <a:custGeom>
              <a:avLst/>
              <a:gdLst/>
              <a:ahLst/>
              <a:cxnLst/>
              <a:rect r="r" b="b" t="t" l="l"/>
              <a:pathLst>
                <a:path h="2602650" w="2833837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1011978" y="7665789"/>
            <a:ext cx="2646375" cy="2430482"/>
            <a:chOff x="0" y="0"/>
            <a:chExt cx="1832762" cy="16832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32762" cy="1683244"/>
            </a:xfrm>
            <a:custGeom>
              <a:avLst/>
              <a:gdLst/>
              <a:ahLst/>
              <a:cxnLst/>
              <a:rect r="r" b="b" t="t" l="l"/>
              <a:pathLst>
                <a:path h="1683244" w="1832762">
                  <a:moveTo>
                    <a:pt x="0" y="0"/>
                  </a:moveTo>
                  <a:lnTo>
                    <a:pt x="1832762" y="0"/>
                  </a:lnTo>
                  <a:lnTo>
                    <a:pt x="1832762" y="1683244"/>
                  </a:lnTo>
                  <a:lnTo>
                    <a:pt x="0" y="1683244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32762" cy="172134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17647" y="2298781"/>
            <a:ext cx="5365403" cy="536540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935465" y="871469"/>
            <a:ext cx="7026386" cy="19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Introducción </a:t>
            </a:r>
          </a:p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-3089558" y="2284284"/>
            <a:ext cx="4906166" cy="4505918"/>
            <a:chOff x="0" y="0"/>
            <a:chExt cx="3397795" cy="312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6574543" y="-364103"/>
            <a:ext cx="3426914" cy="3147344"/>
            <a:chOff x="0" y="0"/>
            <a:chExt cx="2373330" cy="21797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3330" cy="2179712"/>
            </a:xfrm>
            <a:custGeom>
              <a:avLst/>
              <a:gdLst/>
              <a:ahLst/>
              <a:cxnLst/>
              <a:rect r="r" b="b" t="t" l="l"/>
              <a:pathLst>
                <a:path h="2179712" w="2373330">
                  <a:moveTo>
                    <a:pt x="0" y="0"/>
                  </a:moveTo>
                  <a:lnTo>
                    <a:pt x="2373330" y="0"/>
                  </a:lnTo>
                  <a:lnTo>
                    <a:pt x="2373330" y="2179712"/>
                  </a:lnTo>
                  <a:lnTo>
                    <a:pt x="0" y="2179712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73330" cy="221781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392467" y="1419794"/>
            <a:ext cx="1849722" cy="1795069"/>
            <a:chOff x="0" y="0"/>
            <a:chExt cx="1281036" cy="12431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5511370" y="1992562"/>
            <a:ext cx="1118730" cy="1085676"/>
            <a:chOff x="0" y="0"/>
            <a:chExt cx="774783" cy="7518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4783" cy="751892"/>
            </a:xfrm>
            <a:custGeom>
              <a:avLst/>
              <a:gdLst/>
              <a:ahLst/>
              <a:cxnLst/>
              <a:rect r="r" b="b" t="t" l="l"/>
              <a:pathLst>
                <a:path h="751892" w="774783">
                  <a:moveTo>
                    <a:pt x="0" y="0"/>
                  </a:moveTo>
                  <a:lnTo>
                    <a:pt x="774783" y="0"/>
                  </a:lnTo>
                  <a:lnTo>
                    <a:pt x="774783" y="751892"/>
                  </a:lnTo>
                  <a:lnTo>
                    <a:pt x="0" y="75189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74783" cy="78999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10900" y="5309901"/>
            <a:ext cx="407529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Contexto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255623" y="4881085"/>
            <a:ext cx="3749823" cy="4377215"/>
            <a:chOff x="0" y="0"/>
            <a:chExt cx="2596962" cy="30314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96962" cy="3031466"/>
            </a:xfrm>
            <a:custGeom>
              <a:avLst/>
              <a:gdLst/>
              <a:ahLst/>
              <a:cxnLst/>
              <a:rect r="r" b="b" t="t" l="l"/>
              <a:pathLst>
                <a:path h="3031466" w="2596962">
                  <a:moveTo>
                    <a:pt x="0" y="0"/>
                  </a:moveTo>
                  <a:lnTo>
                    <a:pt x="2596962" y="0"/>
                  </a:lnTo>
                  <a:lnTo>
                    <a:pt x="2596962" y="3031466"/>
                  </a:lnTo>
                  <a:lnTo>
                    <a:pt x="0" y="3031466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596962" cy="310766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4,2M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</a:t>
              </a: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ersonas con condición de salud mental en chile hoy</a:t>
              </a:r>
            </a:p>
            <a:p>
              <a:pPr algn="ctr">
                <a:lnSpc>
                  <a:spcPts val="3360"/>
                </a:lnSpc>
              </a:pPr>
            </a:p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i="true">
                  <a:solidFill>
                    <a:srgbClr val="FFFFFF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Fuente: Zurich/ The Value of Mental Health,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69088" y="4881085"/>
            <a:ext cx="3749823" cy="4377215"/>
            <a:chOff x="0" y="0"/>
            <a:chExt cx="2596962" cy="30314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96962" cy="3031466"/>
            </a:xfrm>
            <a:custGeom>
              <a:avLst/>
              <a:gdLst/>
              <a:ahLst/>
              <a:cxnLst/>
              <a:rect r="r" b="b" t="t" l="l"/>
              <a:pathLst>
                <a:path h="3031466" w="2596962">
                  <a:moveTo>
                    <a:pt x="0" y="0"/>
                  </a:moveTo>
                  <a:lnTo>
                    <a:pt x="2596962" y="0"/>
                  </a:lnTo>
                  <a:lnTo>
                    <a:pt x="2596962" y="3031466"/>
                  </a:lnTo>
                  <a:lnTo>
                    <a:pt x="0" y="3031466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2596962" cy="310766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23%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 la población chilena afectada proyectada al 2030</a:t>
              </a:r>
            </a:p>
            <a:p>
              <a:pPr algn="ctr">
                <a:lnSpc>
                  <a:spcPts val="3360"/>
                </a:lnSpc>
              </a:pPr>
            </a:p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i="true">
                  <a:solidFill>
                    <a:srgbClr val="FFFFFF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Fuente: Zurich/ The Value of Mental Health,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86070" y="4881085"/>
            <a:ext cx="3749823" cy="4377215"/>
            <a:chOff x="0" y="0"/>
            <a:chExt cx="2596962" cy="30314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96962" cy="3031466"/>
            </a:xfrm>
            <a:custGeom>
              <a:avLst/>
              <a:gdLst/>
              <a:ahLst/>
              <a:cxnLst/>
              <a:rect r="r" b="b" t="t" l="l"/>
              <a:pathLst>
                <a:path h="3031466" w="2596962">
                  <a:moveTo>
                    <a:pt x="0" y="0"/>
                  </a:moveTo>
                  <a:lnTo>
                    <a:pt x="2596962" y="0"/>
                  </a:lnTo>
                  <a:lnTo>
                    <a:pt x="2596962" y="3031466"/>
                  </a:lnTo>
                  <a:lnTo>
                    <a:pt x="0" y="3031466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2596962" cy="310766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60%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 escolares con síntomas de depresión o ansiedad</a:t>
              </a:r>
            </a:p>
            <a:p>
              <a:pPr algn="ctr">
                <a:lnSpc>
                  <a:spcPts val="3360"/>
                </a:lnSpc>
              </a:pPr>
            </a:p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 i="true">
                  <a:solidFill>
                    <a:srgbClr val="FFFFFF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Fuente: Frontiers in Education,2024-2026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315274" y="2497300"/>
            <a:ext cx="1026676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partir del Auge del covid-19 en los últimos años la población chilena ha sido víctima de una crisis de salud mental que repercute hasta el día de hoy: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036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1035" cy="4198127"/>
            </a:xfrm>
            <a:custGeom>
              <a:avLst/>
              <a:gdLst/>
              <a:ahLst/>
              <a:cxnLst/>
              <a:rect r="r" b="b" t="t" l="l"/>
              <a:pathLst>
                <a:path h="4198127" w="4571035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3837" cy="2602650"/>
            </a:xfrm>
            <a:custGeom>
              <a:avLst/>
              <a:gdLst/>
              <a:ahLst/>
              <a:cxnLst/>
              <a:rect r="r" b="b" t="t" l="l"/>
              <a:pathLst>
                <a:path h="2602650" w="2833837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17647" y="2298781"/>
            <a:ext cx="5365403" cy="536540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59180" y="8525828"/>
            <a:ext cx="275272" cy="275272"/>
            <a:chOff x="0" y="0"/>
            <a:chExt cx="367030" cy="367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606" y="49530"/>
              <a:ext cx="260652" cy="266893"/>
            </a:xfrm>
            <a:custGeom>
              <a:avLst/>
              <a:gdLst/>
              <a:ahLst/>
              <a:cxnLst/>
              <a:rect r="r" b="b" t="t" l="l"/>
              <a:pathLst>
                <a:path h="266893" w="260652">
                  <a:moveTo>
                    <a:pt x="260544" y="93980"/>
                  </a:moveTo>
                  <a:cubicBezTo>
                    <a:pt x="261814" y="177800"/>
                    <a:pt x="251654" y="199390"/>
                    <a:pt x="238954" y="214630"/>
                  </a:cubicBezTo>
                  <a:cubicBezTo>
                    <a:pt x="226254" y="231140"/>
                    <a:pt x="207204" y="246380"/>
                    <a:pt x="188154" y="254000"/>
                  </a:cubicBezTo>
                  <a:cubicBezTo>
                    <a:pt x="169104" y="262890"/>
                    <a:pt x="146244" y="267970"/>
                    <a:pt x="125924" y="266700"/>
                  </a:cubicBezTo>
                  <a:cubicBezTo>
                    <a:pt x="105604" y="265430"/>
                    <a:pt x="82744" y="257810"/>
                    <a:pt x="64964" y="247650"/>
                  </a:cubicBezTo>
                  <a:cubicBezTo>
                    <a:pt x="47184" y="236220"/>
                    <a:pt x="30674" y="219710"/>
                    <a:pt x="19244" y="201930"/>
                  </a:cubicBezTo>
                  <a:cubicBezTo>
                    <a:pt x="9084" y="184150"/>
                    <a:pt x="1464" y="161290"/>
                    <a:pt x="194" y="140970"/>
                  </a:cubicBezTo>
                  <a:cubicBezTo>
                    <a:pt x="-1076" y="120650"/>
                    <a:pt x="4004" y="96520"/>
                    <a:pt x="11624" y="78740"/>
                  </a:cubicBezTo>
                  <a:cubicBezTo>
                    <a:pt x="20514" y="59690"/>
                    <a:pt x="35754" y="40640"/>
                    <a:pt x="50994" y="27940"/>
                  </a:cubicBezTo>
                  <a:cubicBezTo>
                    <a:pt x="67504" y="15240"/>
                    <a:pt x="89094" y="5080"/>
                    <a:pt x="109414" y="1270"/>
                  </a:cubicBezTo>
                  <a:cubicBezTo>
                    <a:pt x="129734" y="-1270"/>
                    <a:pt x="153864" y="0"/>
                    <a:pt x="172914" y="5080"/>
                  </a:cubicBezTo>
                  <a:cubicBezTo>
                    <a:pt x="193234" y="11430"/>
                    <a:pt x="227524" y="39370"/>
                    <a:pt x="227524" y="393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16342" y="7650480"/>
            <a:ext cx="1023938" cy="399097"/>
            <a:chOff x="0" y="0"/>
            <a:chExt cx="1365250" cy="5321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0004" y="47943"/>
              <a:ext cx="1265152" cy="457836"/>
            </a:xfrm>
            <a:custGeom>
              <a:avLst/>
              <a:gdLst/>
              <a:ahLst/>
              <a:cxnLst/>
              <a:rect r="r" b="b" t="t" l="l"/>
              <a:pathLst>
                <a:path h="457836" w="1265152">
                  <a:moveTo>
                    <a:pt x="136686" y="145097"/>
                  </a:moveTo>
                  <a:cubicBezTo>
                    <a:pt x="1199676" y="151447"/>
                    <a:pt x="1218726" y="170497"/>
                    <a:pt x="1237776" y="197167"/>
                  </a:cubicBezTo>
                  <a:cubicBezTo>
                    <a:pt x="1256826" y="225107"/>
                    <a:pt x="1266986" y="268287"/>
                    <a:pt x="1263176" y="300037"/>
                  </a:cubicBezTo>
                  <a:cubicBezTo>
                    <a:pt x="1259366" y="333057"/>
                    <a:pt x="1239046" y="372427"/>
                    <a:pt x="1213646" y="395287"/>
                  </a:cubicBezTo>
                  <a:cubicBezTo>
                    <a:pt x="1189516" y="416877"/>
                    <a:pt x="1148876" y="439737"/>
                    <a:pt x="1114586" y="432117"/>
                  </a:cubicBezTo>
                  <a:cubicBezTo>
                    <a:pt x="1067596" y="421957"/>
                    <a:pt x="1033306" y="310197"/>
                    <a:pt x="967266" y="287337"/>
                  </a:cubicBezTo>
                  <a:cubicBezTo>
                    <a:pt x="884716" y="259397"/>
                    <a:pt x="746286" y="321627"/>
                    <a:pt x="640876" y="327977"/>
                  </a:cubicBezTo>
                  <a:cubicBezTo>
                    <a:pt x="540546" y="335597"/>
                    <a:pt x="367826" y="354647"/>
                    <a:pt x="348776" y="331787"/>
                  </a:cubicBezTo>
                  <a:cubicBezTo>
                    <a:pt x="342426" y="324167"/>
                    <a:pt x="357666" y="303847"/>
                    <a:pt x="353856" y="301307"/>
                  </a:cubicBezTo>
                  <a:cubicBezTo>
                    <a:pt x="346236" y="297497"/>
                    <a:pt x="305596" y="353377"/>
                    <a:pt x="276386" y="364807"/>
                  </a:cubicBezTo>
                  <a:cubicBezTo>
                    <a:pt x="247176" y="374967"/>
                    <a:pt x="207806" y="377507"/>
                    <a:pt x="177326" y="367347"/>
                  </a:cubicBezTo>
                  <a:cubicBezTo>
                    <a:pt x="148116" y="358457"/>
                    <a:pt x="115096" y="335597"/>
                    <a:pt x="96046" y="310197"/>
                  </a:cubicBezTo>
                  <a:cubicBezTo>
                    <a:pt x="78266" y="284797"/>
                    <a:pt x="65566" y="246697"/>
                    <a:pt x="66836" y="216217"/>
                  </a:cubicBezTo>
                  <a:cubicBezTo>
                    <a:pt x="66836" y="184467"/>
                    <a:pt x="85886" y="145097"/>
                    <a:pt x="99856" y="122237"/>
                  </a:cubicBezTo>
                  <a:cubicBezTo>
                    <a:pt x="111286" y="106997"/>
                    <a:pt x="120176" y="96837"/>
                    <a:pt x="137956" y="87947"/>
                  </a:cubicBezTo>
                  <a:cubicBezTo>
                    <a:pt x="160816" y="75247"/>
                    <a:pt x="206536" y="63817"/>
                    <a:pt x="233206" y="63817"/>
                  </a:cubicBezTo>
                  <a:cubicBezTo>
                    <a:pt x="252256" y="63817"/>
                    <a:pt x="266226" y="66357"/>
                    <a:pt x="282736" y="75247"/>
                  </a:cubicBezTo>
                  <a:cubicBezTo>
                    <a:pt x="306866" y="87947"/>
                    <a:pt x="341156" y="114617"/>
                    <a:pt x="356396" y="141287"/>
                  </a:cubicBezTo>
                  <a:cubicBezTo>
                    <a:pt x="372906" y="167957"/>
                    <a:pt x="380526" y="207327"/>
                    <a:pt x="376716" y="239077"/>
                  </a:cubicBezTo>
                  <a:cubicBezTo>
                    <a:pt x="372906" y="269557"/>
                    <a:pt x="350046" y="307657"/>
                    <a:pt x="332266" y="327977"/>
                  </a:cubicBezTo>
                  <a:cubicBezTo>
                    <a:pt x="320836" y="343217"/>
                    <a:pt x="309406" y="350837"/>
                    <a:pt x="291626" y="357187"/>
                  </a:cubicBezTo>
                  <a:cubicBezTo>
                    <a:pt x="267496" y="367347"/>
                    <a:pt x="224316" y="377507"/>
                    <a:pt x="193836" y="372427"/>
                  </a:cubicBezTo>
                  <a:cubicBezTo>
                    <a:pt x="163356" y="366077"/>
                    <a:pt x="127796" y="347027"/>
                    <a:pt x="107476" y="324167"/>
                  </a:cubicBezTo>
                  <a:cubicBezTo>
                    <a:pt x="85886" y="300037"/>
                    <a:pt x="69376" y="264477"/>
                    <a:pt x="66836" y="232727"/>
                  </a:cubicBezTo>
                  <a:cubicBezTo>
                    <a:pt x="64296" y="200977"/>
                    <a:pt x="73186" y="164147"/>
                    <a:pt x="90966" y="136207"/>
                  </a:cubicBezTo>
                  <a:cubicBezTo>
                    <a:pt x="110016" y="104457"/>
                    <a:pt x="145576" y="73977"/>
                    <a:pt x="187486" y="54927"/>
                  </a:cubicBezTo>
                  <a:cubicBezTo>
                    <a:pt x="244636" y="29527"/>
                    <a:pt x="343696" y="26987"/>
                    <a:pt x="412276" y="21907"/>
                  </a:cubicBezTo>
                  <a:cubicBezTo>
                    <a:pt x="468156" y="18097"/>
                    <a:pt x="513876" y="24447"/>
                    <a:pt x="565946" y="21907"/>
                  </a:cubicBezTo>
                  <a:cubicBezTo>
                    <a:pt x="619286" y="19367"/>
                    <a:pt x="673896" y="5397"/>
                    <a:pt x="728506" y="2857"/>
                  </a:cubicBezTo>
                  <a:cubicBezTo>
                    <a:pt x="781846" y="-953"/>
                    <a:pt x="835186" y="-953"/>
                    <a:pt x="888526" y="2857"/>
                  </a:cubicBezTo>
                  <a:cubicBezTo>
                    <a:pt x="943136" y="7937"/>
                    <a:pt x="1001556" y="13017"/>
                    <a:pt x="1052356" y="32067"/>
                  </a:cubicBezTo>
                  <a:cubicBezTo>
                    <a:pt x="1103156" y="49847"/>
                    <a:pt x="1160306" y="75247"/>
                    <a:pt x="1194596" y="115887"/>
                  </a:cubicBezTo>
                  <a:cubicBezTo>
                    <a:pt x="1230156" y="156527"/>
                    <a:pt x="1270796" y="270827"/>
                    <a:pt x="1261906" y="277177"/>
                  </a:cubicBezTo>
                  <a:cubicBezTo>
                    <a:pt x="1250476" y="284797"/>
                    <a:pt x="1108236" y="143827"/>
                    <a:pt x="1114586" y="132397"/>
                  </a:cubicBezTo>
                  <a:cubicBezTo>
                    <a:pt x="1118396" y="126047"/>
                    <a:pt x="1162846" y="136207"/>
                    <a:pt x="1184436" y="150177"/>
                  </a:cubicBezTo>
                  <a:cubicBezTo>
                    <a:pt x="1211106" y="165417"/>
                    <a:pt x="1242856" y="200977"/>
                    <a:pt x="1255556" y="228917"/>
                  </a:cubicBezTo>
                  <a:cubicBezTo>
                    <a:pt x="1265716" y="251777"/>
                    <a:pt x="1266986" y="277177"/>
                    <a:pt x="1263176" y="300037"/>
                  </a:cubicBezTo>
                  <a:cubicBezTo>
                    <a:pt x="1260636" y="324167"/>
                    <a:pt x="1253016" y="348297"/>
                    <a:pt x="1237776" y="367347"/>
                  </a:cubicBezTo>
                  <a:cubicBezTo>
                    <a:pt x="1218726" y="391477"/>
                    <a:pt x="1199676" y="413067"/>
                    <a:pt x="1150146" y="428307"/>
                  </a:cubicBezTo>
                  <a:cubicBezTo>
                    <a:pt x="996476" y="475297"/>
                    <a:pt x="253526" y="462597"/>
                    <a:pt x="104936" y="415607"/>
                  </a:cubicBezTo>
                  <a:cubicBezTo>
                    <a:pt x="59216" y="401637"/>
                    <a:pt x="41436" y="385127"/>
                    <a:pt x="24926" y="360997"/>
                  </a:cubicBezTo>
                  <a:cubicBezTo>
                    <a:pt x="7146" y="335597"/>
                    <a:pt x="-3014" y="296227"/>
                    <a:pt x="796" y="265747"/>
                  </a:cubicBezTo>
                  <a:cubicBezTo>
                    <a:pt x="4606" y="236537"/>
                    <a:pt x="23656" y="199707"/>
                    <a:pt x="46516" y="179387"/>
                  </a:cubicBezTo>
                  <a:cubicBezTo>
                    <a:pt x="69376" y="160337"/>
                    <a:pt x="136686" y="145097"/>
                    <a:pt x="136686" y="14509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999298" y="7650480"/>
            <a:ext cx="275272" cy="275272"/>
            <a:chOff x="0" y="0"/>
            <a:chExt cx="367030" cy="3670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562" y="48657"/>
              <a:ext cx="260588" cy="266541"/>
            </a:xfrm>
            <a:custGeom>
              <a:avLst/>
              <a:gdLst/>
              <a:ahLst/>
              <a:cxnLst/>
              <a:rect r="r" b="b" t="t" l="l"/>
              <a:pathLst>
                <a:path h="266541" w="260588">
                  <a:moveTo>
                    <a:pt x="260588" y="93583"/>
                  </a:moveTo>
                  <a:cubicBezTo>
                    <a:pt x="260588" y="177403"/>
                    <a:pt x="250428" y="198993"/>
                    <a:pt x="237728" y="215503"/>
                  </a:cubicBezTo>
                  <a:cubicBezTo>
                    <a:pt x="225028" y="232013"/>
                    <a:pt x="207248" y="245983"/>
                    <a:pt x="188198" y="254873"/>
                  </a:cubicBezTo>
                  <a:cubicBezTo>
                    <a:pt x="169148" y="263763"/>
                    <a:pt x="145018" y="267573"/>
                    <a:pt x="124698" y="266303"/>
                  </a:cubicBezTo>
                  <a:cubicBezTo>
                    <a:pt x="104378" y="265033"/>
                    <a:pt x="81518" y="258683"/>
                    <a:pt x="63738" y="247253"/>
                  </a:cubicBezTo>
                  <a:cubicBezTo>
                    <a:pt x="45958" y="237093"/>
                    <a:pt x="29448" y="219313"/>
                    <a:pt x="19288" y="202803"/>
                  </a:cubicBezTo>
                  <a:cubicBezTo>
                    <a:pt x="7858" y="185023"/>
                    <a:pt x="1508" y="162163"/>
                    <a:pt x="238" y="141843"/>
                  </a:cubicBezTo>
                  <a:cubicBezTo>
                    <a:pt x="-1032" y="120253"/>
                    <a:pt x="2778" y="97393"/>
                    <a:pt x="11668" y="78343"/>
                  </a:cubicBezTo>
                  <a:cubicBezTo>
                    <a:pt x="20558" y="59293"/>
                    <a:pt x="34528" y="41513"/>
                    <a:pt x="51038" y="28813"/>
                  </a:cubicBezTo>
                  <a:cubicBezTo>
                    <a:pt x="67548" y="16113"/>
                    <a:pt x="89138" y="5953"/>
                    <a:pt x="109458" y="2143"/>
                  </a:cubicBezTo>
                  <a:cubicBezTo>
                    <a:pt x="129778" y="-1667"/>
                    <a:pt x="152638" y="-397"/>
                    <a:pt x="172958" y="5953"/>
                  </a:cubicBezTo>
                  <a:cubicBezTo>
                    <a:pt x="192008" y="12303"/>
                    <a:pt x="227568" y="38973"/>
                    <a:pt x="227568" y="389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015490" y="7698105"/>
            <a:ext cx="275272" cy="275272"/>
            <a:chOff x="0" y="0"/>
            <a:chExt cx="367030" cy="3670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562" y="48657"/>
              <a:ext cx="260588" cy="266541"/>
            </a:xfrm>
            <a:custGeom>
              <a:avLst/>
              <a:gdLst/>
              <a:ahLst/>
              <a:cxnLst/>
              <a:rect r="r" b="b" t="t" l="l"/>
              <a:pathLst>
                <a:path h="266541" w="260588">
                  <a:moveTo>
                    <a:pt x="260588" y="93583"/>
                  </a:moveTo>
                  <a:cubicBezTo>
                    <a:pt x="260588" y="177403"/>
                    <a:pt x="250428" y="198993"/>
                    <a:pt x="237728" y="215503"/>
                  </a:cubicBezTo>
                  <a:cubicBezTo>
                    <a:pt x="225028" y="232013"/>
                    <a:pt x="205978" y="245983"/>
                    <a:pt x="186928" y="254873"/>
                  </a:cubicBezTo>
                  <a:cubicBezTo>
                    <a:pt x="169148" y="263763"/>
                    <a:pt x="145018" y="267573"/>
                    <a:pt x="124698" y="266303"/>
                  </a:cubicBezTo>
                  <a:cubicBezTo>
                    <a:pt x="104378" y="265033"/>
                    <a:pt x="81518" y="258683"/>
                    <a:pt x="63738" y="247253"/>
                  </a:cubicBezTo>
                  <a:cubicBezTo>
                    <a:pt x="45958" y="237093"/>
                    <a:pt x="29448" y="220583"/>
                    <a:pt x="18018" y="202803"/>
                  </a:cubicBezTo>
                  <a:cubicBezTo>
                    <a:pt x="7858" y="185023"/>
                    <a:pt x="238" y="162163"/>
                    <a:pt x="238" y="141843"/>
                  </a:cubicBezTo>
                  <a:cubicBezTo>
                    <a:pt x="-1032" y="120253"/>
                    <a:pt x="2778" y="97393"/>
                    <a:pt x="11668" y="78343"/>
                  </a:cubicBezTo>
                  <a:cubicBezTo>
                    <a:pt x="19288" y="59293"/>
                    <a:pt x="34528" y="41513"/>
                    <a:pt x="51038" y="28813"/>
                  </a:cubicBezTo>
                  <a:cubicBezTo>
                    <a:pt x="66278" y="16113"/>
                    <a:pt x="87868" y="5953"/>
                    <a:pt x="108188" y="2143"/>
                  </a:cubicBezTo>
                  <a:cubicBezTo>
                    <a:pt x="128508" y="-1667"/>
                    <a:pt x="152638" y="-397"/>
                    <a:pt x="172958" y="5953"/>
                  </a:cubicBezTo>
                  <a:cubicBezTo>
                    <a:pt x="192008" y="12303"/>
                    <a:pt x="227568" y="38973"/>
                    <a:pt x="227568" y="389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59192" y="7660005"/>
            <a:ext cx="975360" cy="340042"/>
            <a:chOff x="0" y="0"/>
            <a:chExt cx="1300480" cy="4533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693" y="46317"/>
              <a:ext cx="1199762" cy="361418"/>
            </a:xfrm>
            <a:custGeom>
              <a:avLst/>
              <a:gdLst/>
              <a:ahLst/>
              <a:cxnLst/>
              <a:rect r="r" b="b" t="t" l="l"/>
              <a:pathLst>
                <a:path h="361418" w="1199762">
                  <a:moveTo>
                    <a:pt x="1061827" y="281343"/>
                  </a:moveTo>
                  <a:cubicBezTo>
                    <a:pt x="716387" y="288963"/>
                    <a:pt x="594467" y="295313"/>
                    <a:pt x="515727" y="310553"/>
                  </a:cubicBezTo>
                  <a:cubicBezTo>
                    <a:pt x="462387" y="320713"/>
                    <a:pt x="436987" y="342303"/>
                    <a:pt x="383647" y="349923"/>
                  </a:cubicBezTo>
                  <a:cubicBezTo>
                    <a:pt x="308717" y="360083"/>
                    <a:pt x="163937" y="370243"/>
                    <a:pt x="101707" y="348653"/>
                  </a:cubicBezTo>
                  <a:cubicBezTo>
                    <a:pt x="64877" y="337223"/>
                    <a:pt x="42017" y="316903"/>
                    <a:pt x="25507" y="291503"/>
                  </a:cubicBezTo>
                  <a:cubicBezTo>
                    <a:pt x="8997" y="267373"/>
                    <a:pt x="-1163" y="230543"/>
                    <a:pt x="107" y="200063"/>
                  </a:cubicBezTo>
                  <a:cubicBezTo>
                    <a:pt x="1377" y="169583"/>
                    <a:pt x="20427" y="132753"/>
                    <a:pt x="35667" y="111163"/>
                  </a:cubicBezTo>
                  <a:cubicBezTo>
                    <a:pt x="45827" y="95923"/>
                    <a:pt x="55987" y="88303"/>
                    <a:pt x="72497" y="80683"/>
                  </a:cubicBezTo>
                  <a:cubicBezTo>
                    <a:pt x="95357" y="69253"/>
                    <a:pt x="134727" y="56553"/>
                    <a:pt x="165207" y="59093"/>
                  </a:cubicBezTo>
                  <a:cubicBezTo>
                    <a:pt x="194417" y="62903"/>
                    <a:pt x="231247" y="83223"/>
                    <a:pt x="251567" y="99733"/>
                  </a:cubicBezTo>
                  <a:cubicBezTo>
                    <a:pt x="265537" y="111163"/>
                    <a:pt x="273157" y="123863"/>
                    <a:pt x="280777" y="137833"/>
                  </a:cubicBezTo>
                  <a:cubicBezTo>
                    <a:pt x="288397" y="151803"/>
                    <a:pt x="294747" y="165773"/>
                    <a:pt x="296017" y="183553"/>
                  </a:cubicBezTo>
                  <a:cubicBezTo>
                    <a:pt x="298557" y="208953"/>
                    <a:pt x="290937" y="254673"/>
                    <a:pt x="280777" y="277533"/>
                  </a:cubicBezTo>
                  <a:cubicBezTo>
                    <a:pt x="273157" y="294043"/>
                    <a:pt x="265537" y="304203"/>
                    <a:pt x="251567" y="315633"/>
                  </a:cubicBezTo>
                  <a:cubicBezTo>
                    <a:pt x="231247" y="332143"/>
                    <a:pt x="190607" y="351193"/>
                    <a:pt x="165207" y="356273"/>
                  </a:cubicBezTo>
                  <a:cubicBezTo>
                    <a:pt x="147427" y="360083"/>
                    <a:pt x="134727" y="358813"/>
                    <a:pt x="116947" y="353733"/>
                  </a:cubicBezTo>
                  <a:cubicBezTo>
                    <a:pt x="92817" y="346113"/>
                    <a:pt x="53447" y="321983"/>
                    <a:pt x="35667" y="304203"/>
                  </a:cubicBezTo>
                  <a:cubicBezTo>
                    <a:pt x="22967" y="291503"/>
                    <a:pt x="15347" y="280073"/>
                    <a:pt x="10267" y="263563"/>
                  </a:cubicBezTo>
                  <a:cubicBezTo>
                    <a:pt x="2647" y="238163"/>
                    <a:pt x="107" y="193713"/>
                    <a:pt x="5187" y="168313"/>
                  </a:cubicBezTo>
                  <a:cubicBezTo>
                    <a:pt x="8997" y="150533"/>
                    <a:pt x="14077" y="137833"/>
                    <a:pt x="25507" y="123863"/>
                  </a:cubicBezTo>
                  <a:cubicBezTo>
                    <a:pt x="42017" y="104813"/>
                    <a:pt x="66147" y="78143"/>
                    <a:pt x="101707" y="66713"/>
                  </a:cubicBezTo>
                  <a:cubicBezTo>
                    <a:pt x="157587" y="47663"/>
                    <a:pt x="279507" y="78143"/>
                    <a:pt x="349357" y="66713"/>
                  </a:cubicBezTo>
                  <a:cubicBezTo>
                    <a:pt x="402697" y="57823"/>
                    <a:pt x="440797" y="27343"/>
                    <a:pt x="487787" y="19723"/>
                  </a:cubicBezTo>
                  <a:cubicBezTo>
                    <a:pt x="532237" y="13373"/>
                    <a:pt x="574147" y="27343"/>
                    <a:pt x="623677" y="26073"/>
                  </a:cubicBezTo>
                  <a:cubicBezTo>
                    <a:pt x="680827" y="23533"/>
                    <a:pt x="743057" y="8293"/>
                    <a:pt x="810367" y="4483"/>
                  </a:cubicBezTo>
                  <a:cubicBezTo>
                    <a:pt x="887837" y="673"/>
                    <a:pt x="999597" y="-4407"/>
                    <a:pt x="1061827" y="7023"/>
                  </a:cubicBezTo>
                  <a:cubicBezTo>
                    <a:pt x="1101197" y="14643"/>
                    <a:pt x="1130407" y="20993"/>
                    <a:pt x="1153267" y="41313"/>
                  </a:cubicBezTo>
                  <a:cubicBezTo>
                    <a:pt x="1176127" y="61633"/>
                    <a:pt x="1192637" y="99733"/>
                    <a:pt x="1197717" y="127673"/>
                  </a:cubicBezTo>
                  <a:cubicBezTo>
                    <a:pt x="1202797" y="150533"/>
                    <a:pt x="1197717" y="173393"/>
                    <a:pt x="1190097" y="192443"/>
                  </a:cubicBezTo>
                  <a:cubicBezTo>
                    <a:pt x="1182477" y="212763"/>
                    <a:pt x="1171047" y="233083"/>
                    <a:pt x="1153267" y="247053"/>
                  </a:cubicBezTo>
                  <a:cubicBezTo>
                    <a:pt x="1130407" y="263563"/>
                    <a:pt x="1061827" y="281343"/>
                    <a:pt x="1061827" y="28134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66825" y="7666672"/>
            <a:ext cx="275272" cy="275272"/>
            <a:chOff x="0" y="0"/>
            <a:chExt cx="367030" cy="3670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562" y="48657"/>
              <a:ext cx="260588" cy="266498"/>
            </a:xfrm>
            <a:custGeom>
              <a:avLst/>
              <a:gdLst/>
              <a:ahLst/>
              <a:cxnLst/>
              <a:rect r="r" b="b" t="t" l="l"/>
              <a:pathLst>
                <a:path h="266498" w="260588">
                  <a:moveTo>
                    <a:pt x="260588" y="93583"/>
                  </a:moveTo>
                  <a:cubicBezTo>
                    <a:pt x="260588" y="177403"/>
                    <a:pt x="250428" y="198993"/>
                    <a:pt x="237728" y="215503"/>
                  </a:cubicBezTo>
                  <a:cubicBezTo>
                    <a:pt x="225028" y="232013"/>
                    <a:pt x="205978" y="245983"/>
                    <a:pt x="188198" y="254873"/>
                  </a:cubicBezTo>
                  <a:cubicBezTo>
                    <a:pt x="169148" y="262493"/>
                    <a:pt x="145018" y="267573"/>
                    <a:pt x="124698" y="266303"/>
                  </a:cubicBezTo>
                  <a:cubicBezTo>
                    <a:pt x="104378" y="265033"/>
                    <a:pt x="81518" y="257413"/>
                    <a:pt x="63738" y="247253"/>
                  </a:cubicBezTo>
                  <a:cubicBezTo>
                    <a:pt x="45958" y="235823"/>
                    <a:pt x="29448" y="219313"/>
                    <a:pt x="19288" y="201533"/>
                  </a:cubicBezTo>
                  <a:cubicBezTo>
                    <a:pt x="7858" y="183753"/>
                    <a:pt x="1508" y="162163"/>
                    <a:pt x="238" y="140573"/>
                  </a:cubicBezTo>
                  <a:cubicBezTo>
                    <a:pt x="-1032" y="120253"/>
                    <a:pt x="2778" y="97393"/>
                    <a:pt x="11668" y="78343"/>
                  </a:cubicBezTo>
                  <a:cubicBezTo>
                    <a:pt x="19288" y="59293"/>
                    <a:pt x="34528" y="40243"/>
                    <a:pt x="51038" y="27543"/>
                  </a:cubicBezTo>
                  <a:cubicBezTo>
                    <a:pt x="67548" y="14843"/>
                    <a:pt x="89138" y="5953"/>
                    <a:pt x="109458" y="2143"/>
                  </a:cubicBezTo>
                  <a:cubicBezTo>
                    <a:pt x="129778" y="-1667"/>
                    <a:pt x="152638" y="-397"/>
                    <a:pt x="172958" y="5953"/>
                  </a:cubicBezTo>
                  <a:cubicBezTo>
                    <a:pt x="192008" y="12303"/>
                    <a:pt x="227568" y="38973"/>
                    <a:pt x="227568" y="389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903095" y="7666672"/>
            <a:ext cx="275272" cy="275272"/>
            <a:chOff x="0" y="0"/>
            <a:chExt cx="367030" cy="3670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607" y="48657"/>
              <a:ext cx="261813" cy="266498"/>
            </a:xfrm>
            <a:custGeom>
              <a:avLst/>
              <a:gdLst/>
              <a:ahLst/>
              <a:cxnLst/>
              <a:rect r="r" b="b" t="t" l="l"/>
              <a:pathLst>
                <a:path h="266498" w="261813">
                  <a:moveTo>
                    <a:pt x="261813" y="93583"/>
                  </a:moveTo>
                  <a:cubicBezTo>
                    <a:pt x="261813" y="177403"/>
                    <a:pt x="251653" y="198993"/>
                    <a:pt x="238953" y="215503"/>
                  </a:cubicBezTo>
                  <a:cubicBezTo>
                    <a:pt x="226253" y="232013"/>
                    <a:pt x="207203" y="245983"/>
                    <a:pt x="188153" y="254873"/>
                  </a:cubicBezTo>
                  <a:cubicBezTo>
                    <a:pt x="170373" y="262493"/>
                    <a:pt x="146243" y="267573"/>
                    <a:pt x="125923" y="266303"/>
                  </a:cubicBezTo>
                  <a:cubicBezTo>
                    <a:pt x="105603" y="265033"/>
                    <a:pt x="82743" y="257413"/>
                    <a:pt x="64963" y="247253"/>
                  </a:cubicBezTo>
                  <a:cubicBezTo>
                    <a:pt x="47183" y="235823"/>
                    <a:pt x="30673" y="219313"/>
                    <a:pt x="19243" y="201533"/>
                  </a:cubicBezTo>
                  <a:cubicBezTo>
                    <a:pt x="9083" y="183753"/>
                    <a:pt x="1463" y="162163"/>
                    <a:pt x="193" y="140573"/>
                  </a:cubicBezTo>
                  <a:cubicBezTo>
                    <a:pt x="-1077" y="120253"/>
                    <a:pt x="4003" y="97393"/>
                    <a:pt x="12893" y="78343"/>
                  </a:cubicBezTo>
                  <a:cubicBezTo>
                    <a:pt x="20513" y="59293"/>
                    <a:pt x="35753" y="40243"/>
                    <a:pt x="52263" y="27543"/>
                  </a:cubicBezTo>
                  <a:cubicBezTo>
                    <a:pt x="67503" y="14843"/>
                    <a:pt x="89093" y="5953"/>
                    <a:pt x="109413" y="2143"/>
                  </a:cubicBezTo>
                  <a:cubicBezTo>
                    <a:pt x="129733" y="-1667"/>
                    <a:pt x="153863" y="-397"/>
                    <a:pt x="174183" y="5953"/>
                  </a:cubicBezTo>
                  <a:cubicBezTo>
                    <a:pt x="193233" y="12303"/>
                    <a:pt x="228793" y="38973"/>
                    <a:pt x="228793" y="389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951673" y="7681912"/>
            <a:ext cx="275272" cy="275272"/>
            <a:chOff x="0" y="0"/>
            <a:chExt cx="367030" cy="3670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0562" y="48966"/>
              <a:ext cx="260588" cy="266233"/>
            </a:xfrm>
            <a:custGeom>
              <a:avLst/>
              <a:gdLst/>
              <a:ahLst/>
              <a:cxnLst/>
              <a:rect r="r" b="b" t="t" l="l"/>
              <a:pathLst>
                <a:path h="266233" w="260588">
                  <a:moveTo>
                    <a:pt x="260588" y="93274"/>
                  </a:moveTo>
                  <a:cubicBezTo>
                    <a:pt x="260588" y="178364"/>
                    <a:pt x="250428" y="199954"/>
                    <a:pt x="237728" y="215194"/>
                  </a:cubicBezTo>
                  <a:cubicBezTo>
                    <a:pt x="225028" y="231704"/>
                    <a:pt x="205978" y="246944"/>
                    <a:pt x="188198" y="254564"/>
                  </a:cubicBezTo>
                  <a:cubicBezTo>
                    <a:pt x="169148" y="263454"/>
                    <a:pt x="145018" y="267264"/>
                    <a:pt x="124698" y="265994"/>
                  </a:cubicBezTo>
                  <a:cubicBezTo>
                    <a:pt x="104378" y="264724"/>
                    <a:pt x="81518" y="258374"/>
                    <a:pt x="63738" y="248214"/>
                  </a:cubicBezTo>
                  <a:cubicBezTo>
                    <a:pt x="45958" y="236784"/>
                    <a:pt x="29448" y="220274"/>
                    <a:pt x="19288" y="202494"/>
                  </a:cubicBezTo>
                  <a:cubicBezTo>
                    <a:pt x="7858" y="184714"/>
                    <a:pt x="1508" y="161854"/>
                    <a:pt x="238" y="141534"/>
                  </a:cubicBezTo>
                  <a:cubicBezTo>
                    <a:pt x="-1032" y="121214"/>
                    <a:pt x="2778" y="97084"/>
                    <a:pt x="11668" y="79304"/>
                  </a:cubicBezTo>
                  <a:cubicBezTo>
                    <a:pt x="19288" y="60254"/>
                    <a:pt x="34528" y="41204"/>
                    <a:pt x="51038" y="28504"/>
                  </a:cubicBezTo>
                  <a:cubicBezTo>
                    <a:pt x="66278" y="15804"/>
                    <a:pt x="89138" y="5644"/>
                    <a:pt x="109458" y="1834"/>
                  </a:cubicBezTo>
                  <a:cubicBezTo>
                    <a:pt x="129778" y="-1976"/>
                    <a:pt x="152638" y="564"/>
                    <a:pt x="172958" y="5644"/>
                  </a:cubicBezTo>
                  <a:cubicBezTo>
                    <a:pt x="192008" y="11994"/>
                    <a:pt x="227568" y="38664"/>
                    <a:pt x="227568" y="3866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886902" y="7662862"/>
            <a:ext cx="295275" cy="279082"/>
            <a:chOff x="0" y="0"/>
            <a:chExt cx="393700" cy="3721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0800" y="49118"/>
              <a:ext cx="290917" cy="272243"/>
            </a:xfrm>
            <a:custGeom>
              <a:avLst/>
              <a:gdLst/>
              <a:ahLst/>
              <a:cxnLst/>
              <a:rect r="r" b="b" t="t" l="l"/>
              <a:pathLst>
                <a:path h="272243" w="290917">
                  <a:moveTo>
                    <a:pt x="134620" y="272192"/>
                  </a:moveTo>
                  <a:cubicBezTo>
                    <a:pt x="69850" y="255682"/>
                    <a:pt x="38100" y="235362"/>
                    <a:pt x="22860" y="212502"/>
                  </a:cubicBezTo>
                  <a:cubicBezTo>
                    <a:pt x="7620" y="190912"/>
                    <a:pt x="0" y="152812"/>
                    <a:pt x="0" y="129952"/>
                  </a:cubicBezTo>
                  <a:cubicBezTo>
                    <a:pt x="0" y="113442"/>
                    <a:pt x="2540" y="102012"/>
                    <a:pt x="8890" y="88042"/>
                  </a:cubicBezTo>
                  <a:cubicBezTo>
                    <a:pt x="19050" y="67722"/>
                    <a:pt x="41910" y="35972"/>
                    <a:pt x="64770" y="22002"/>
                  </a:cubicBezTo>
                  <a:cubicBezTo>
                    <a:pt x="87630" y="8032"/>
                    <a:pt x="125730" y="2952"/>
                    <a:pt x="148590" y="4222"/>
                  </a:cubicBezTo>
                  <a:cubicBezTo>
                    <a:pt x="165100" y="4222"/>
                    <a:pt x="176530" y="8032"/>
                    <a:pt x="190500" y="15652"/>
                  </a:cubicBezTo>
                  <a:cubicBezTo>
                    <a:pt x="210820" y="27082"/>
                    <a:pt x="240030" y="55022"/>
                    <a:pt x="252730" y="74072"/>
                  </a:cubicBezTo>
                  <a:cubicBezTo>
                    <a:pt x="261620" y="88042"/>
                    <a:pt x="265430" y="99472"/>
                    <a:pt x="266700" y="115982"/>
                  </a:cubicBezTo>
                  <a:cubicBezTo>
                    <a:pt x="267970" y="138842"/>
                    <a:pt x="261620" y="179482"/>
                    <a:pt x="252730" y="199802"/>
                  </a:cubicBezTo>
                  <a:cubicBezTo>
                    <a:pt x="246380" y="215042"/>
                    <a:pt x="238760" y="225202"/>
                    <a:pt x="226060" y="235362"/>
                  </a:cubicBezTo>
                  <a:cubicBezTo>
                    <a:pt x="208280" y="249332"/>
                    <a:pt x="171450" y="267112"/>
                    <a:pt x="148590" y="270922"/>
                  </a:cubicBezTo>
                  <a:cubicBezTo>
                    <a:pt x="132080" y="273462"/>
                    <a:pt x="119380" y="272192"/>
                    <a:pt x="105410" y="268382"/>
                  </a:cubicBezTo>
                  <a:cubicBezTo>
                    <a:pt x="91440" y="265842"/>
                    <a:pt x="78740" y="262032"/>
                    <a:pt x="64770" y="253142"/>
                  </a:cubicBezTo>
                  <a:cubicBezTo>
                    <a:pt x="45720" y="239172"/>
                    <a:pt x="19050" y="207422"/>
                    <a:pt x="8890" y="187102"/>
                  </a:cubicBezTo>
                  <a:cubicBezTo>
                    <a:pt x="2540" y="171862"/>
                    <a:pt x="0" y="161702"/>
                    <a:pt x="0" y="145192"/>
                  </a:cubicBezTo>
                  <a:cubicBezTo>
                    <a:pt x="0" y="121062"/>
                    <a:pt x="7620" y="84232"/>
                    <a:pt x="22860" y="62642"/>
                  </a:cubicBezTo>
                  <a:cubicBezTo>
                    <a:pt x="38100" y="39782"/>
                    <a:pt x="66040" y="20732"/>
                    <a:pt x="91440" y="10572"/>
                  </a:cubicBezTo>
                  <a:cubicBezTo>
                    <a:pt x="114300" y="412"/>
                    <a:pt x="140970" y="-2128"/>
                    <a:pt x="166370" y="1682"/>
                  </a:cubicBezTo>
                  <a:cubicBezTo>
                    <a:pt x="195580" y="6762"/>
                    <a:pt x="232410" y="22002"/>
                    <a:pt x="254000" y="43592"/>
                  </a:cubicBezTo>
                  <a:cubicBezTo>
                    <a:pt x="274320" y="65182"/>
                    <a:pt x="289560" y="102012"/>
                    <a:pt x="290830" y="132492"/>
                  </a:cubicBezTo>
                  <a:cubicBezTo>
                    <a:pt x="292100" y="162972"/>
                    <a:pt x="279400" y="201072"/>
                    <a:pt x="260350" y="223932"/>
                  </a:cubicBezTo>
                  <a:cubicBezTo>
                    <a:pt x="241300" y="246792"/>
                    <a:pt x="176530" y="272192"/>
                    <a:pt x="176530" y="27219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839277" y="7647622"/>
            <a:ext cx="295275" cy="279082"/>
            <a:chOff x="0" y="0"/>
            <a:chExt cx="393700" cy="3721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488" y="48525"/>
              <a:ext cx="291229" cy="271515"/>
            </a:xfrm>
            <a:custGeom>
              <a:avLst/>
              <a:gdLst/>
              <a:ahLst/>
              <a:cxnLst/>
              <a:rect r="r" b="b" t="t" l="l"/>
              <a:pathLst>
                <a:path h="271515" w="291229">
                  <a:moveTo>
                    <a:pt x="133662" y="271515"/>
                  </a:moveTo>
                  <a:cubicBezTo>
                    <a:pt x="70162" y="255005"/>
                    <a:pt x="38412" y="234685"/>
                    <a:pt x="23172" y="213095"/>
                  </a:cubicBezTo>
                  <a:cubicBezTo>
                    <a:pt x="7932" y="190235"/>
                    <a:pt x="312" y="153405"/>
                    <a:pt x="312" y="130545"/>
                  </a:cubicBezTo>
                  <a:cubicBezTo>
                    <a:pt x="-958" y="114035"/>
                    <a:pt x="1582" y="102605"/>
                    <a:pt x="9202" y="87365"/>
                  </a:cubicBezTo>
                  <a:cubicBezTo>
                    <a:pt x="19362" y="67045"/>
                    <a:pt x="42222" y="36565"/>
                    <a:pt x="65082" y="22595"/>
                  </a:cubicBezTo>
                  <a:cubicBezTo>
                    <a:pt x="87942" y="8625"/>
                    <a:pt x="126042" y="3545"/>
                    <a:pt x="148902" y="3545"/>
                  </a:cubicBezTo>
                  <a:cubicBezTo>
                    <a:pt x="165412" y="3545"/>
                    <a:pt x="176842" y="7355"/>
                    <a:pt x="190812" y="14975"/>
                  </a:cubicBezTo>
                  <a:cubicBezTo>
                    <a:pt x="211132" y="26405"/>
                    <a:pt x="240342" y="54345"/>
                    <a:pt x="253042" y="74665"/>
                  </a:cubicBezTo>
                  <a:cubicBezTo>
                    <a:pt x="261932" y="88635"/>
                    <a:pt x="265742" y="98795"/>
                    <a:pt x="267012" y="115305"/>
                  </a:cubicBezTo>
                  <a:cubicBezTo>
                    <a:pt x="268282" y="138165"/>
                    <a:pt x="261932" y="178805"/>
                    <a:pt x="253042" y="200395"/>
                  </a:cubicBezTo>
                  <a:cubicBezTo>
                    <a:pt x="246692" y="215635"/>
                    <a:pt x="236532" y="224525"/>
                    <a:pt x="226372" y="234685"/>
                  </a:cubicBezTo>
                  <a:cubicBezTo>
                    <a:pt x="216212" y="244845"/>
                    <a:pt x="206052" y="253735"/>
                    <a:pt x="190812" y="258815"/>
                  </a:cubicBezTo>
                  <a:cubicBezTo>
                    <a:pt x="169222" y="266435"/>
                    <a:pt x="128582" y="271515"/>
                    <a:pt x="105722" y="267705"/>
                  </a:cubicBezTo>
                  <a:cubicBezTo>
                    <a:pt x="89212" y="266435"/>
                    <a:pt x="77782" y="261355"/>
                    <a:pt x="65082" y="252465"/>
                  </a:cubicBezTo>
                  <a:cubicBezTo>
                    <a:pt x="46032" y="238495"/>
                    <a:pt x="19362" y="208015"/>
                    <a:pt x="9202" y="186425"/>
                  </a:cubicBezTo>
                  <a:cubicBezTo>
                    <a:pt x="1582" y="172455"/>
                    <a:pt x="-958" y="161025"/>
                    <a:pt x="312" y="144515"/>
                  </a:cubicBezTo>
                  <a:cubicBezTo>
                    <a:pt x="312" y="121655"/>
                    <a:pt x="7932" y="84825"/>
                    <a:pt x="23172" y="61965"/>
                  </a:cubicBezTo>
                  <a:cubicBezTo>
                    <a:pt x="38412" y="39105"/>
                    <a:pt x="66352" y="20055"/>
                    <a:pt x="91752" y="9895"/>
                  </a:cubicBezTo>
                  <a:cubicBezTo>
                    <a:pt x="114612" y="1005"/>
                    <a:pt x="141282" y="-2805"/>
                    <a:pt x="166682" y="2275"/>
                  </a:cubicBezTo>
                  <a:cubicBezTo>
                    <a:pt x="195892" y="6085"/>
                    <a:pt x="232722" y="21325"/>
                    <a:pt x="254312" y="42915"/>
                  </a:cubicBezTo>
                  <a:cubicBezTo>
                    <a:pt x="274632" y="65775"/>
                    <a:pt x="289872" y="102605"/>
                    <a:pt x="291142" y="131815"/>
                  </a:cubicBezTo>
                  <a:cubicBezTo>
                    <a:pt x="292412" y="162295"/>
                    <a:pt x="279712" y="200395"/>
                    <a:pt x="260662" y="223255"/>
                  </a:cubicBezTo>
                  <a:cubicBezTo>
                    <a:pt x="241612" y="247385"/>
                    <a:pt x="176842" y="271515"/>
                    <a:pt x="176842" y="27151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66812" y="7656195"/>
            <a:ext cx="659130" cy="293370"/>
            <a:chOff x="0" y="0"/>
            <a:chExt cx="878840" cy="391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5997" y="43455"/>
              <a:ext cx="789345" cy="296117"/>
            </a:xfrm>
            <a:custGeom>
              <a:avLst/>
              <a:gdLst/>
              <a:ahLst/>
              <a:cxnLst/>
              <a:rect r="r" b="b" t="t" l="l"/>
              <a:pathLst>
                <a:path h="296117" w="789345">
                  <a:moveTo>
                    <a:pt x="652503" y="289285"/>
                  </a:moveTo>
                  <a:cubicBezTo>
                    <a:pt x="101323" y="289285"/>
                    <a:pt x="79733" y="284205"/>
                    <a:pt x="55603" y="266425"/>
                  </a:cubicBezTo>
                  <a:cubicBezTo>
                    <a:pt x="32743" y="249915"/>
                    <a:pt x="12423" y="218165"/>
                    <a:pt x="4803" y="190225"/>
                  </a:cubicBezTo>
                  <a:cubicBezTo>
                    <a:pt x="-2817" y="162285"/>
                    <a:pt x="-1547" y="125455"/>
                    <a:pt x="9883" y="98785"/>
                  </a:cubicBezTo>
                  <a:cubicBezTo>
                    <a:pt x="20043" y="72115"/>
                    <a:pt x="44173" y="42905"/>
                    <a:pt x="69573" y="28935"/>
                  </a:cubicBezTo>
                  <a:cubicBezTo>
                    <a:pt x="93703" y="13695"/>
                    <a:pt x="134343" y="7345"/>
                    <a:pt x="159743" y="8615"/>
                  </a:cubicBezTo>
                  <a:cubicBezTo>
                    <a:pt x="176253" y="8615"/>
                    <a:pt x="188953" y="12425"/>
                    <a:pt x="204193" y="21315"/>
                  </a:cubicBezTo>
                  <a:cubicBezTo>
                    <a:pt x="225783" y="32745"/>
                    <a:pt x="257533" y="63225"/>
                    <a:pt x="271503" y="84815"/>
                  </a:cubicBezTo>
                  <a:cubicBezTo>
                    <a:pt x="280393" y="98785"/>
                    <a:pt x="284203" y="111485"/>
                    <a:pt x="285473" y="129265"/>
                  </a:cubicBezTo>
                  <a:cubicBezTo>
                    <a:pt x="288013" y="153395"/>
                    <a:pt x="280393" y="196575"/>
                    <a:pt x="271503" y="219435"/>
                  </a:cubicBezTo>
                  <a:cubicBezTo>
                    <a:pt x="263883" y="235945"/>
                    <a:pt x="256263" y="246105"/>
                    <a:pt x="242293" y="256265"/>
                  </a:cubicBezTo>
                  <a:cubicBezTo>
                    <a:pt x="223243" y="272775"/>
                    <a:pt x="187683" y="291825"/>
                    <a:pt x="159743" y="295635"/>
                  </a:cubicBezTo>
                  <a:cubicBezTo>
                    <a:pt x="130533" y="298175"/>
                    <a:pt x="93703" y="290555"/>
                    <a:pt x="69573" y="275315"/>
                  </a:cubicBezTo>
                  <a:cubicBezTo>
                    <a:pt x="44173" y="260075"/>
                    <a:pt x="20043" y="232135"/>
                    <a:pt x="9883" y="205465"/>
                  </a:cubicBezTo>
                  <a:cubicBezTo>
                    <a:pt x="-1547" y="178795"/>
                    <a:pt x="-2817" y="141965"/>
                    <a:pt x="4803" y="114025"/>
                  </a:cubicBezTo>
                  <a:cubicBezTo>
                    <a:pt x="12423" y="84815"/>
                    <a:pt x="32743" y="54335"/>
                    <a:pt x="56873" y="36555"/>
                  </a:cubicBezTo>
                  <a:cubicBezTo>
                    <a:pt x="79733" y="20045"/>
                    <a:pt x="101323" y="14965"/>
                    <a:pt x="143233" y="7345"/>
                  </a:cubicBezTo>
                  <a:cubicBezTo>
                    <a:pt x="242293" y="-7895"/>
                    <a:pt x="564873" y="3535"/>
                    <a:pt x="652503" y="14965"/>
                  </a:cubicBezTo>
                  <a:cubicBezTo>
                    <a:pt x="684253" y="18775"/>
                    <a:pt x="696953" y="18775"/>
                    <a:pt x="717273" y="30205"/>
                  </a:cubicBezTo>
                  <a:cubicBezTo>
                    <a:pt x="740133" y="45445"/>
                    <a:pt x="770613" y="74655"/>
                    <a:pt x="780773" y="103865"/>
                  </a:cubicBezTo>
                  <a:cubicBezTo>
                    <a:pt x="792203" y="131805"/>
                    <a:pt x="792203" y="172445"/>
                    <a:pt x="780773" y="200385"/>
                  </a:cubicBezTo>
                  <a:cubicBezTo>
                    <a:pt x="770613" y="229595"/>
                    <a:pt x="740133" y="258805"/>
                    <a:pt x="717273" y="274045"/>
                  </a:cubicBezTo>
                  <a:cubicBezTo>
                    <a:pt x="696953" y="285475"/>
                    <a:pt x="652503" y="289285"/>
                    <a:pt x="652503" y="28928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824038" y="7602855"/>
            <a:ext cx="275272" cy="275272"/>
            <a:chOff x="0" y="0"/>
            <a:chExt cx="367030" cy="36703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0562" y="48657"/>
              <a:ext cx="260588" cy="266541"/>
            </a:xfrm>
            <a:custGeom>
              <a:avLst/>
              <a:gdLst/>
              <a:ahLst/>
              <a:cxnLst/>
              <a:rect r="r" b="b" t="t" l="l"/>
              <a:pathLst>
                <a:path h="266541" w="260588">
                  <a:moveTo>
                    <a:pt x="260588" y="93583"/>
                  </a:moveTo>
                  <a:cubicBezTo>
                    <a:pt x="260588" y="177403"/>
                    <a:pt x="250428" y="198993"/>
                    <a:pt x="237728" y="215503"/>
                  </a:cubicBezTo>
                  <a:cubicBezTo>
                    <a:pt x="225028" y="232013"/>
                    <a:pt x="207248" y="245983"/>
                    <a:pt x="188198" y="254873"/>
                  </a:cubicBezTo>
                  <a:cubicBezTo>
                    <a:pt x="169148" y="263763"/>
                    <a:pt x="146288" y="267573"/>
                    <a:pt x="124698" y="266303"/>
                  </a:cubicBezTo>
                  <a:cubicBezTo>
                    <a:pt x="104378" y="265033"/>
                    <a:pt x="81518" y="257413"/>
                    <a:pt x="63738" y="247253"/>
                  </a:cubicBezTo>
                  <a:cubicBezTo>
                    <a:pt x="45958" y="237093"/>
                    <a:pt x="29448" y="219313"/>
                    <a:pt x="19288" y="201533"/>
                  </a:cubicBezTo>
                  <a:cubicBezTo>
                    <a:pt x="7858" y="183753"/>
                    <a:pt x="1508" y="162163"/>
                    <a:pt x="238" y="140573"/>
                  </a:cubicBezTo>
                  <a:cubicBezTo>
                    <a:pt x="-1032" y="120253"/>
                    <a:pt x="2778" y="97393"/>
                    <a:pt x="11668" y="78343"/>
                  </a:cubicBezTo>
                  <a:cubicBezTo>
                    <a:pt x="20558" y="59293"/>
                    <a:pt x="34528" y="40243"/>
                    <a:pt x="51038" y="27543"/>
                  </a:cubicBezTo>
                  <a:cubicBezTo>
                    <a:pt x="67548" y="14843"/>
                    <a:pt x="89138" y="5953"/>
                    <a:pt x="109458" y="2143"/>
                  </a:cubicBezTo>
                  <a:cubicBezTo>
                    <a:pt x="129778" y="-1667"/>
                    <a:pt x="152638" y="-397"/>
                    <a:pt x="172958" y="5953"/>
                  </a:cubicBezTo>
                  <a:cubicBezTo>
                    <a:pt x="192008" y="12303"/>
                    <a:pt x="227568" y="38973"/>
                    <a:pt x="227568" y="389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386715" y="4247316"/>
            <a:ext cx="10406099" cy="4085207"/>
          </a:xfrm>
          <a:custGeom>
            <a:avLst/>
            <a:gdLst/>
            <a:ahLst/>
            <a:cxnLst/>
            <a:rect r="r" b="b" t="t" l="l"/>
            <a:pathLst>
              <a:path h="4085207" w="10406099">
                <a:moveTo>
                  <a:pt x="0" y="0"/>
                </a:moveTo>
                <a:lnTo>
                  <a:pt x="10406099" y="0"/>
                </a:lnTo>
                <a:lnTo>
                  <a:pt x="10406099" y="4085207"/>
                </a:lnTo>
                <a:lnTo>
                  <a:pt x="0" y="4085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19180" y="1228725"/>
            <a:ext cx="10485364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Solución propuesta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9180" y="2445694"/>
            <a:ext cx="7636053" cy="162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El problema es gigantesco y nuestra solución no busca resolverlo completamente sino mas bien apoyar tanto a paciente como psicólogo de aquellos que ya cuenten con la disposición y posibilidad atención.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99538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Psicólogo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1035" cy="4198127"/>
            </a:xfrm>
            <a:custGeom>
              <a:avLst/>
              <a:gdLst/>
              <a:ahLst/>
              <a:cxnLst/>
              <a:rect r="r" b="b" t="t" l="l"/>
              <a:pathLst>
                <a:path h="4198127" w="4571035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B7E4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3837" cy="2602650"/>
            </a:xfrm>
            <a:custGeom>
              <a:avLst/>
              <a:gdLst/>
              <a:ahLst/>
              <a:cxnLst/>
              <a:rect r="r" b="b" t="t" l="l"/>
              <a:pathLst>
                <a:path h="2602650" w="2833837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1011978" y="7665789"/>
            <a:ext cx="2646375" cy="2430482"/>
            <a:chOff x="0" y="0"/>
            <a:chExt cx="1832762" cy="16832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2762" cy="1683244"/>
            </a:xfrm>
            <a:custGeom>
              <a:avLst/>
              <a:gdLst/>
              <a:ahLst/>
              <a:cxnLst/>
              <a:rect r="r" b="b" t="t" l="l"/>
              <a:pathLst>
                <a:path h="1683244" w="1832762">
                  <a:moveTo>
                    <a:pt x="0" y="0"/>
                  </a:moveTo>
                  <a:lnTo>
                    <a:pt x="1832762" y="0"/>
                  </a:lnTo>
                  <a:lnTo>
                    <a:pt x="1832762" y="1683244"/>
                  </a:lnTo>
                  <a:lnTo>
                    <a:pt x="0" y="1683244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32762" cy="172134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17647" y="2298781"/>
            <a:ext cx="5365403" cy="536540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11655" y="6777990"/>
            <a:ext cx="111442" cy="108585"/>
            <a:chOff x="0" y="0"/>
            <a:chExt cx="148590" cy="1447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9280" y="49054"/>
              <a:ext cx="47240" cy="40785"/>
            </a:xfrm>
            <a:custGeom>
              <a:avLst/>
              <a:gdLst/>
              <a:ahLst/>
              <a:cxnLst/>
              <a:rect r="r" b="b" t="t" l="l"/>
              <a:pathLst>
                <a:path h="40785" w="47240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2160" y="4286"/>
                    <a:pt x="42160" y="428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76300" y="6742747"/>
            <a:ext cx="1197292" cy="305753"/>
            <a:chOff x="0" y="0"/>
            <a:chExt cx="1596390" cy="4076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530" y="30405"/>
              <a:ext cx="1496060" cy="326910"/>
            </a:xfrm>
            <a:custGeom>
              <a:avLst/>
              <a:gdLst/>
              <a:ahLst/>
              <a:cxnLst/>
              <a:rect r="r" b="b" t="t" l="l"/>
              <a:pathLst>
                <a:path h="326910" w="1496060">
                  <a:moveTo>
                    <a:pt x="1164590" y="71195"/>
                  </a:moveTo>
                  <a:cubicBezTo>
                    <a:pt x="166370" y="62305"/>
                    <a:pt x="158750" y="45795"/>
                    <a:pt x="161290" y="41985"/>
                  </a:cubicBezTo>
                  <a:cubicBezTo>
                    <a:pt x="162560" y="36905"/>
                    <a:pt x="177800" y="36905"/>
                    <a:pt x="190500" y="39445"/>
                  </a:cubicBezTo>
                  <a:cubicBezTo>
                    <a:pt x="213360" y="45795"/>
                    <a:pt x="252730" y="81355"/>
                    <a:pt x="283210" y="92785"/>
                  </a:cubicBezTo>
                  <a:cubicBezTo>
                    <a:pt x="311150" y="101675"/>
                    <a:pt x="342900" y="94055"/>
                    <a:pt x="364490" y="102945"/>
                  </a:cubicBezTo>
                  <a:cubicBezTo>
                    <a:pt x="383540" y="109295"/>
                    <a:pt x="389890" y="124535"/>
                    <a:pt x="410210" y="133425"/>
                  </a:cubicBezTo>
                  <a:cubicBezTo>
                    <a:pt x="444500" y="146125"/>
                    <a:pt x="496570" y="153745"/>
                    <a:pt x="558800" y="160095"/>
                  </a:cubicBezTo>
                  <a:cubicBezTo>
                    <a:pt x="659130" y="170255"/>
                    <a:pt x="910590" y="151205"/>
                    <a:pt x="955040" y="168985"/>
                  </a:cubicBezTo>
                  <a:cubicBezTo>
                    <a:pt x="966470" y="174065"/>
                    <a:pt x="971550" y="177875"/>
                    <a:pt x="972820" y="185495"/>
                  </a:cubicBezTo>
                  <a:cubicBezTo>
                    <a:pt x="975360" y="193115"/>
                    <a:pt x="976630" y="204545"/>
                    <a:pt x="966470" y="213435"/>
                  </a:cubicBezTo>
                  <a:cubicBezTo>
                    <a:pt x="908050" y="259155"/>
                    <a:pt x="106680" y="238835"/>
                    <a:pt x="25400" y="219785"/>
                  </a:cubicBezTo>
                  <a:cubicBezTo>
                    <a:pt x="12700" y="215975"/>
                    <a:pt x="8890" y="214705"/>
                    <a:pt x="5080" y="208355"/>
                  </a:cubicBezTo>
                  <a:cubicBezTo>
                    <a:pt x="0" y="203275"/>
                    <a:pt x="-1270" y="191845"/>
                    <a:pt x="1270" y="185495"/>
                  </a:cubicBezTo>
                  <a:cubicBezTo>
                    <a:pt x="5080" y="177875"/>
                    <a:pt x="10160" y="172795"/>
                    <a:pt x="25400" y="168985"/>
                  </a:cubicBezTo>
                  <a:cubicBezTo>
                    <a:pt x="125730" y="137235"/>
                    <a:pt x="1165860" y="129615"/>
                    <a:pt x="1267460" y="168985"/>
                  </a:cubicBezTo>
                  <a:cubicBezTo>
                    <a:pt x="1283970" y="175335"/>
                    <a:pt x="1292860" y="182955"/>
                    <a:pt x="1292860" y="190575"/>
                  </a:cubicBezTo>
                  <a:cubicBezTo>
                    <a:pt x="1292860" y="199465"/>
                    <a:pt x="1283970" y="212165"/>
                    <a:pt x="1267460" y="219785"/>
                  </a:cubicBezTo>
                  <a:cubicBezTo>
                    <a:pt x="1216660" y="242645"/>
                    <a:pt x="994410" y="205815"/>
                    <a:pt x="877570" y="219785"/>
                  </a:cubicBezTo>
                  <a:cubicBezTo>
                    <a:pt x="779780" y="229945"/>
                    <a:pt x="652780" y="293445"/>
                    <a:pt x="613410" y="280745"/>
                  </a:cubicBezTo>
                  <a:cubicBezTo>
                    <a:pt x="599440" y="276935"/>
                    <a:pt x="590550" y="265505"/>
                    <a:pt x="590550" y="256615"/>
                  </a:cubicBezTo>
                  <a:cubicBezTo>
                    <a:pt x="589280" y="248995"/>
                    <a:pt x="596900" y="235025"/>
                    <a:pt x="605790" y="232485"/>
                  </a:cubicBezTo>
                  <a:cubicBezTo>
                    <a:pt x="623570" y="226135"/>
                    <a:pt x="661670" y="259155"/>
                    <a:pt x="707390" y="266775"/>
                  </a:cubicBezTo>
                  <a:cubicBezTo>
                    <a:pt x="787400" y="282015"/>
                    <a:pt x="957580" y="278205"/>
                    <a:pt x="1055370" y="274395"/>
                  </a:cubicBezTo>
                  <a:cubicBezTo>
                    <a:pt x="1127760" y="271855"/>
                    <a:pt x="1184910" y="269315"/>
                    <a:pt x="1243330" y="257885"/>
                  </a:cubicBezTo>
                  <a:cubicBezTo>
                    <a:pt x="1299210" y="246455"/>
                    <a:pt x="1400810" y="219785"/>
                    <a:pt x="1399540" y="208355"/>
                  </a:cubicBezTo>
                  <a:cubicBezTo>
                    <a:pt x="1397000" y="186765"/>
                    <a:pt x="914400" y="180415"/>
                    <a:pt x="857250" y="196925"/>
                  </a:cubicBezTo>
                  <a:cubicBezTo>
                    <a:pt x="844550" y="200735"/>
                    <a:pt x="844550" y="210895"/>
                    <a:pt x="836930" y="210895"/>
                  </a:cubicBezTo>
                  <a:cubicBezTo>
                    <a:pt x="829310" y="210895"/>
                    <a:pt x="815340" y="202005"/>
                    <a:pt x="814070" y="194385"/>
                  </a:cubicBezTo>
                  <a:cubicBezTo>
                    <a:pt x="811530" y="185495"/>
                    <a:pt x="812800" y="170255"/>
                    <a:pt x="825500" y="162635"/>
                  </a:cubicBezTo>
                  <a:cubicBezTo>
                    <a:pt x="871220" y="130885"/>
                    <a:pt x="1201420" y="180415"/>
                    <a:pt x="1319530" y="168985"/>
                  </a:cubicBezTo>
                  <a:cubicBezTo>
                    <a:pt x="1386840" y="162635"/>
                    <a:pt x="1447800" y="127075"/>
                    <a:pt x="1474470" y="135965"/>
                  </a:cubicBezTo>
                  <a:cubicBezTo>
                    <a:pt x="1487170" y="141045"/>
                    <a:pt x="1496060" y="155015"/>
                    <a:pt x="1496060" y="162635"/>
                  </a:cubicBezTo>
                  <a:cubicBezTo>
                    <a:pt x="1496060" y="170255"/>
                    <a:pt x="1488440" y="180415"/>
                    <a:pt x="1478280" y="185495"/>
                  </a:cubicBezTo>
                  <a:cubicBezTo>
                    <a:pt x="1449070" y="198195"/>
                    <a:pt x="1350010" y="170255"/>
                    <a:pt x="1291590" y="176605"/>
                  </a:cubicBezTo>
                  <a:cubicBezTo>
                    <a:pt x="1239520" y="182955"/>
                    <a:pt x="1173480" y="221055"/>
                    <a:pt x="1145540" y="219785"/>
                  </a:cubicBezTo>
                  <a:cubicBezTo>
                    <a:pt x="1135380" y="218515"/>
                    <a:pt x="1129030" y="215975"/>
                    <a:pt x="1123950" y="210895"/>
                  </a:cubicBezTo>
                  <a:cubicBezTo>
                    <a:pt x="1118870" y="205815"/>
                    <a:pt x="1116330" y="194385"/>
                    <a:pt x="1118870" y="188035"/>
                  </a:cubicBezTo>
                  <a:cubicBezTo>
                    <a:pt x="1120140" y="180415"/>
                    <a:pt x="1127760" y="171525"/>
                    <a:pt x="1134110" y="170255"/>
                  </a:cubicBezTo>
                  <a:cubicBezTo>
                    <a:pt x="1143000" y="167715"/>
                    <a:pt x="1159510" y="172795"/>
                    <a:pt x="1164590" y="179145"/>
                  </a:cubicBezTo>
                  <a:cubicBezTo>
                    <a:pt x="1168400" y="186765"/>
                    <a:pt x="1167130" y="203275"/>
                    <a:pt x="1162050" y="210895"/>
                  </a:cubicBezTo>
                  <a:cubicBezTo>
                    <a:pt x="1158240" y="215975"/>
                    <a:pt x="1148080" y="219785"/>
                    <a:pt x="1140460" y="219785"/>
                  </a:cubicBezTo>
                  <a:cubicBezTo>
                    <a:pt x="1134110" y="218515"/>
                    <a:pt x="1123950" y="212165"/>
                    <a:pt x="1121410" y="205815"/>
                  </a:cubicBezTo>
                  <a:cubicBezTo>
                    <a:pt x="1117600" y="199465"/>
                    <a:pt x="1116330" y="189305"/>
                    <a:pt x="1120140" y="182955"/>
                  </a:cubicBezTo>
                  <a:cubicBezTo>
                    <a:pt x="1129030" y="168985"/>
                    <a:pt x="1163320" y="155015"/>
                    <a:pt x="1188720" y="146125"/>
                  </a:cubicBezTo>
                  <a:cubicBezTo>
                    <a:pt x="1219200" y="135965"/>
                    <a:pt x="1253490" y="129615"/>
                    <a:pt x="1291590" y="125805"/>
                  </a:cubicBezTo>
                  <a:cubicBezTo>
                    <a:pt x="1336040" y="121995"/>
                    <a:pt x="1404620" y="121995"/>
                    <a:pt x="1441450" y="128345"/>
                  </a:cubicBezTo>
                  <a:cubicBezTo>
                    <a:pt x="1461770" y="132155"/>
                    <a:pt x="1484630" y="134695"/>
                    <a:pt x="1489710" y="146125"/>
                  </a:cubicBezTo>
                  <a:cubicBezTo>
                    <a:pt x="1496060" y="155015"/>
                    <a:pt x="1489710" y="174065"/>
                    <a:pt x="1483360" y="182955"/>
                  </a:cubicBezTo>
                  <a:cubicBezTo>
                    <a:pt x="1478280" y="190575"/>
                    <a:pt x="1469390" y="194385"/>
                    <a:pt x="1456690" y="199465"/>
                  </a:cubicBezTo>
                  <a:cubicBezTo>
                    <a:pt x="1430020" y="208355"/>
                    <a:pt x="1377950" y="214705"/>
                    <a:pt x="1319530" y="219785"/>
                  </a:cubicBezTo>
                  <a:cubicBezTo>
                    <a:pt x="1214120" y="227405"/>
                    <a:pt x="960120" y="232485"/>
                    <a:pt x="878840" y="217245"/>
                  </a:cubicBezTo>
                  <a:cubicBezTo>
                    <a:pt x="847090" y="212165"/>
                    <a:pt x="820420" y="205815"/>
                    <a:pt x="814070" y="194385"/>
                  </a:cubicBezTo>
                  <a:cubicBezTo>
                    <a:pt x="808990" y="186765"/>
                    <a:pt x="811530" y="177875"/>
                    <a:pt x="816610" y="170255"/>
                  </a:cubicBezTo>
                  <a:cubicBezTo>
                    <a:pt x="821690" y="161365"/>
                    <a:pt x="831850" y="153745"/>
                    <a:pt x="852170" y="148665"/>
                  </a:cubicBezTo>
                  <a:cubicBezTo>
                    <a:pt x="913130" y="130885"/>
                    <a:pt x="1160780" y="142315"/>
                    <a:pt x="1264920" y="151205"/>
                  </a:cubicBezTo>
                  <a:cubicBezTo>
                    <a:pt x="1329690" y="156285"/>
                    <a:pt x="1394460" y="155015"/>
                    <a:pt x="1419860" y="176605"/>
                  </a:cubicBezTo>
                  <a:cubicBezTo>
                    <a:pt x="1435100" y="188035"/>
                    <a:pt x="1441450" y="212165"/>
                    <a:pt x="1440180" y="224865"/>
                  </a:cubicBezTo>
                  <a:cubicBezTo>
                    <a:pt x="1440180" y="233755"/>
                    <a:pt x="1433830" y="241375"/>
                    <a:pt x="1427480" y="247725"/>
                  </a:cubicBezTo>
                  <a:cubicBezTo>
                    <a:pt x="1417320" y="256615"/>
                    <a:pt x="1402080" y="261695"/>
                    <a:pt x="1383030" y="269315"/>
                  </a:cubicBezTo>
                  <a:cubicBezTo>
                    <a:pt x="1350010" y="282015"/>
                    <a:pt x="1296670" y="298525"/>
                    <a:pt x="1247140" y="308685"/>
                  </a:cubicBezTo>
                  <a:cubicBezTo>
                    <a:pt x="1189990" y="318845"/>
                    <a:pt x="1129030" y="322655"/>
                    <a:pt x="1055370" y="325195"/>
                  </a:cubicBezTo>
                  <a:cubicBezTo>
                    <a:pt x="953770" y="329005"/>
                    <a:pt x="765810" y="326465"/>
                    <a:pt x="695960" y="317575"/>
                  </a:cubicBezTo>
                  <a:cubicBezTo>
                    <a:pt x="668020" y="313765"/>
                    <a:pt x="652780" y="309955"/>
                    <a:pt x="636270" y="302335"/>
                  </a:cubicBezTo>
                  <a:cubicBezTo>
                    <a:pt x="621030" y="294715"/>
                    <a:pt x="601980" y="285825"/>
                    <a:pt x="596900" y="273125"/>
                  </a:cubicBezTo>
                  <a:cubicBezTo>
                    <a:pt x="591820" y="262965"/>
                    <a:pt x="590550" y="246455"/>
                    <a:pt x="600710" y="235025"/>
                  </a:cubicBezTo>
                  <a:cubicBezTo>
                    <a:pt x="627380" y="204545"/>
                    <a:pt x="774700" y="180415"/>
                    <a:pt x="876300" y="168985"/>
                  </a:cubicBezTo>
                  <a:cubicBezTo>
                    <a:pt x="995680" y="155015"/>
                    <a:pt x="1226820" y="144855"/>
                    <a:pt x="1273810" y="168985"/>
                  </a:cubicBezTo>
                  <a:cubicBezTo>
                    <a:pt x="1287780" y="176605"/>
                    <a:pt x="1294130" y="189305"/>
                    <a:pt x="1292860" y="196925"/>
                  </a:cubicBezTo>
                  <a:cubicBezTo>
                    <a:pt x="1291590" y="205815"/>
                    <a:pt x="1283970" y="213435"/>
                    <a:pt x="1267460" y="219785"/>
                  </a:cubicBezTo>
                  <a:cubicBezTo>
                    <a:pt x="1165860" y="257885"/>
                    <a:pt x="119380" y="242645"/>
                    <a:pt x="25400" y="219785"/>
                  </a:cubicBezTo>
                  <a:cubicBezTo>
                    <a:pt x="12700" y="215975"/>
                    <a:pt x="8890" y="214705"/>
                    <a:pt x="5080" y="208355"/>
                  </a:cubicBezTo>
                  <a:cubicBezTo>
                    <a:pt x="0" y="203275"/>
                    <a:pt x="-1270" y="191845"/>
                    <a:pt x="1270" y="185495"/>
                  </a:cubicBezTo>
                  <a:cubicBezTo>
                    <a:pt x="5080" y="177875"/>
                    <a:pt x="10160" y="172795"/>
                    <a:pt x="25400" y="168985"/>
                  </a:cubicBezTo>
                  <a:cubicBezTo>
                    <a:pt x="109220" y="142315"/>
                    <a:pt x="864870" y="142315"/>
                    <a:pt x="949960" y="168985"/>
                  </a:cubicBezTo>
                  <a:cubicBezTo>
                    <a:pt x="963930" y="172795"/>
                    <a:pt x="970280" y="177875"/>
                    <a:pt x="972820" y="185495"/>
                  </a:cubicBezTo>
                  <a:cubicBezTo>
                    <a:pt x="975360" y="191845"/>
                    <a:pt x="975360" y="205815"/>
                    <a:pt x="966470" y="213435"/>
                  </a:cubicBezTo>
                  <a:cubicBezTo>
                    <a:pt x="934720" y="237565"/>
                    <a:pt x="734060" y="223595"/>
                    <a:pt x="637540" y="217245"/>
                  </a:cubicBezTo>
                  <a:cubicBezTo>
                    <a:pt x="558800" y="213435"/>
                    <a:pt x="477520" y="204545"/>
                    <a:pt x="427990" y="189305"/>
                  </a:cubicBezTo>
                  <a:cubicBezTo>
                    <a:pt x="396240" y="179145"/>
                    <a:pt x="383540" y="161365"/>
                    <a:pt x="356870" y="151205"/>
                  </a:cubicBezTo>
                  <a:cubicBezTo>
                    <a:pt x="326390" y="141045"/>
                    <a:pt x="289560" y="146125"/>
                    <a:pt x="255270" y="134695"/>
                  </a:cubicBezTo>
                  <a:cubicBezTo>
                    <a:pt x="215900" y="121995"/>
                    <a:pt x="148590" y="96595"/>
                    <a:pt x="132080" y="73735"/>
                  </a:cubicBezTo>
                  <a:cubicBezTo>
                    <a:pt x="124460" y="62305"/>
                    <a:pt x="123190" y="45795"/>
                    <a:pt x="128270" y="36905"/>
                  </a:cubicBezTo>
                  <a:cubicBezTo>
                    <a:pt x="135890" y="25475"/>
                    <a:pt x="153670" y="24205"/>
                    <a:pt x="182880" y="20395"/>
                  </a:cubicBezTo>
                  <a:cubicBezTo>
                    <a:pt x="307340" y="1345"/>
                    <a:pt x="1074420" y="-13895"/>
                    <a:pt x="1164590" y="20395"/>
                  </a:cubicBezTo>
                  <a:cubicBezTo>
                    <a:pt x="1181100" y="26745"/>
                    <a:pt x="1188720" y="34365"/>
                    <a:pt x="1189990" y="41985"/>
                  </a:cubicBezTo>
                  <a:cubicBezTo>
                    <a:pt x="1189990" y="50875"/>
                    <a:pt x="1164590" y="71195"/>
                    <a:pt x="1164590" y="7119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2498" y="6645593"/>
            <a:ext cx="1289685" cy="625793"/>
            <a:chOff x="0" y="0"/>
            <a:chExt cx="1719580" cy="8343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559" y="42611"/>
              <a:ext cx="1620832" cy="742329"/>
            </a:xfrm>
            <a:custGeom>
              <a:avLst/>
              <a:gdLst/>
              <a:ahLst/>
              <a:cxnLst/>
              <a:rect r="r" b="b" t="t" l="l"/>
              <a:pathLst>
                <a:path h="742329" w="1620832">
                  <a:moveTo>
                    <a:pt x="1251191" y="716849"/>
                  </a:moveTo>
                  <a:cubicBezTo>
                    <a:pt x="1003541" y="683829"/>
                    <a:pt x="875271" y="677479"/>
                    <a:pt x="768591" y="677479"/>
                  </a:cubicBezTo>
                  <a:cubicBezTo>
                    <a:pt x="665721" y="677479"/>
                    <a:pt x="546341" y="697799"/>
                    <a:pt x="462521" y="690179"/>
                  </a:cubicBezTo>
                  <a:cubicBezTo>
                    <a:pt x="402831" y="683829"/>
                    <a:pt x="357111" y="676209"/>
                    <a:pt x="312661" y="653349"/>
                  </a:cubicBezTo>
                  <a:cubicBezTo>
                    <a:pt x="268211" y="629219"/>
                    <a:pt x="222491" y="583499"/>
                    <a:pt x="195821" y="550479"/>
                  </a:cubicBezTo>
                  <a:cubicBezTo>
                    <a:pt x="178041" y="526349"/>
                    <a:pt x="169151" y="504759"/>
                    <a:pt x="160261" y="480629"/>
                  </a:cubicBezTo>
                  <a:cubicBezTo>
                    <a:pt x="151371" y="456499"/>
                    <a:pt x="142481" y="434909"/>
                    <a:pt x="141211" y="405699"/>
                  </a:cubicBezTo>
                  <a:cubicBezTo>
                    <a:pt x="138671" y="362519"/>
                    <a:pt x="142481" y="297749"/>
                    <a:pt x="160261" y="250759"/>
                  </a:cubicBezTo>
                  <a:cubicBezTo>
                    <a:pt x="178041" y="203769"/>
                    <a:pt x="211061" y="156779"/>
                    <a:pt x="247891" y="123759"/>
                  </a:cubicBezTo>
                  <a:cubicBezTo>
                    <a:pt x="285991" y="90739"/>
                    <a:pt x="344411" y="64069"/>
                    <a:pt x="385051" y="51369"/>
                  </a:cubicBezTo>
                  <a:cubicBezTo>
                    <a:pt x="414261" y="42479"/>
                    <a:pt x="428231" y="41209"/>
                    <a:pt x="462521" y="42479"/>
                  </a:cubicBezTo>
                  <a:cubicBezTo>
                    <a:pt x="536181" y="43749"/>
                    <a:pt x="683501" y="94549"/>
                    <a:pt x="806691" y="93279"/>
                  </a:cubicBezTo>
                  <a:cubicBezTo>
                    <a:pt x="950201" y="93279"/>
                    <a:pt x="1155941" y="18349"/>
                    <a:pt x="1268971" y="19619"/>
                  </a:cubicBezTo>
                  <a:cubicBezTo>
                    <a:pt x="1333741" y="19619"/>
                    <a:pt x="1375651" y="24699"/>
                    <a:pt x="1421371" y="45019"/>
                  </a:cubicBezTo>
                  <a:cubicBezTo>
                    <a:pt x="1467091" y="65339"/>
                    <a:pt x="1512811" y="99629"/>
                    <a:pt x="1544561" y="138999"/>
                  </a:cubicBezTo>
                  <a:cubicBezTo>
                    <a:pt x="1576311" y="178369"/>
                    <a:pt x="1599171" y="239329"/>
                    <a:pt x="1610601" y="279969"/>
                  </a:cubicBezTo>
                  <a:cubicBezTo>
                    <a:pt x="1618221" y="309179"/>
                    <a:pt x="1619491" y="328229"/>
                    <a:pt x="1615681" y="357439"/>
                  </a:cubicBezTo>
                  <a:cubicBezTo>
                    <a:pt x="1611871" y="399349"/>
                    <a:pt x="1591551" y="469199"/>
                    <a:pt x="1571231" y="506029"/>
                  </a:cubicBezTo>
                  <a:cubicBezTo>
                    <a:pt x="1558531" y="532699"/>
                    <a:pt x="1547101" y="547939"/>
                    <a:pt x="1524241" y="568259"/>
                  </a:cubicBezTo>
                  <a:cubicBezTo>
                    <a:pt x="1493761" y="596199"/>
                    <a:pt x="1431531" y="634299"/>
                    <a:pt x="1393431" y="649539"/>
                  </a:cubicBezTo>
                  <a:cubicBezTo>
                    <a:pt x="1365491" y="660969"/>
                    <a:pt x="1355331" y="662239"/>
                    <a:pt x="1315961" y="664779"/>
                  </a:cubicBezTo>
                  <a:cubicBezTo>
                    <a:pt x="1202931" y="674939"/>
                    <a:pt x="824471" y="652079"/>
                    <a:pt x="641591" y="655889"/>
                  </a:cubicBezTo>
                  <a:cubicBezTo>
                    <a:pt x="517131" y="659699"/>
                    <a:pt x="404101" y="681289"/>
                    <a:pt x="327901" y="677479"/>
                  </a:cubicBezTo>
                  <a:cubicBezTo>
                    <a:pt x="283451" y="676209"/>
                    <a:pt x="256781" y="672399"/>
                    <a:pt x="223761" y="662239"/>
                  </a:cubicBezTo>
                  <a:cubicBezTo>
                    <a:pt x="190741" y="650809"/>
                    <a:pt x="158991" y="634299"/>
                    <a:pt x="131051" y="613979"/>
                  </a:cubicBezTo>
                  <a:cubicBezTo>
                    <a:pt x="103111" y="593659"/>
                    <a:pt x="77711" y="566989"/>
                    <a:pt x="57391" y="539049"/>
                  </a:cubicBezTo>
                  <a:cubicBezTo>
                    <a:pt x="38341" y="509839"/>
                    <a:pt x="23101" y="476819"/>
                    <a:pt x="12941" y="443799"/>
                  </a:cubicBezTo>
                  <a:cubicBezTo>
                    <a:pt x="2781" y="410779"/>
                    <a:pt x="-1029" y="373949"/>
                    <a:pt x="241" y="339659"/>
                  </a:cubicBezTo>
                  <a:cubicBezTo>
                    <a:pt x="1511" y="305369"/>
                    <a:pt x="9131" y="269809"/>
                    <a:pt x="21831" y="236789"/>
                  </a:cubicBezTo>
                  <a:cubicBezTo>
                    <a:pt x="34531" y="205039"/>
                    <a:pt x="52311" y="173289"/>
                    <a:pt x="75171" y="146619"/>
                  </a:cubicBezTo>
                  <a:cubicBezTo>
                    <a:pt x="96761" y="119949"/>
                    <a:pt x="124701" y="95819"/>
                    <a:pt x="153911" y="78039"/>
                  </a:cubicBezTo>
                  <a:cubicBezTo>
                    <a:pt x="183121" y="60259"/>
                    <a:pt x="217411" y="46289"/>
                    <a:pt x="250431" y="38669"/>
                  </a:cubicBezTo>
                  <a:cubicBezTo>
                    <a:pt x="284721" y="31049"/>
                    <a:pt x="321551" y="28509"/>
                    <a:pt x="355841" y="31049"/>
                  </a:cubicBezTo>
                  <a:cubicBezTo>
                    <a:pt x="390131" y="34859"/>
                    <a:pt x="425691" y="43749"/>
                    <a:pt x="456171" y="58989"/>
                  </a:cubicBezTo>
                  <a:cubicBezTo>
                    <a:pt x="487921" y="72959"/>
                    <a:pt x="518401" y="93279"/>
                    <a:pt x="543801" y="116139"/>
                  </a:cubicBezTo>
                  <a:cubicBezTo>
                    <a:pt x="569201" y="140269"/>
                    <a:pt x="592061" y="168209"/>
                    <a:pt x="608571" y="198689"/>
                  </a:cubicBezTo>
                  <a:cubicBezTo>
                    <a:pt x="625081" y="229169"/>
                    <a:pt x="636511" y="263459"/>
                    <a:pt x="642861" y="297749"/>
                  </a:cubicBezTo>
                  <a:cubicBezTo>
                    <a:pt x="649211" y="332039"/>
                    <a:pt x="649211" y="368869"/>
                    <a:pt x="644131" y="403159"/>
                  </a:cubicBezTo>
                  <a:cubicBezTo>
                    <a:pt x="639051" y="436179"/>
                    <a:pt x="627621" y="471739"/>
                    <a:pt x="612381" y="502219"/>
                  </a:cubicBezTo>
                  <a:cubicBezTo>
                    <a:pt x="595871" y="532699"/>
                    <a:pt x="574281" y="561909"/>
                    <a:pt x="548881" y="586039"/>
                  </a:cubicBezTo>
                  <a:cubicBezTo>
                    <a:pt x="524751" y="610169"/>
                    <a:pt x="494271" y="631759"/>
                    <a:pt x="463791" y="645729"/>
                  </a:cubicBezTo>
                  <a:cubicBezTo>
                    <a:pt x="432041" y="660969"/>
                    <a:pt x="396481" y="671129"/>
                    <a:pt x="362191" y="674939"/>
                  </a:cubicBezTo>
                  <a:cubicBezTo>
                    <a:pt x="327901" y="680019"/>
                    <a:pt x="291071" y="677479"/>
                    <a:pt x="258051" y="671129"/>
                  </a:cubicBezTo>
                  <a:cubicBezTo>
                    <a:pt x="223761" y="663509"/>
                    <a:pt x="189471" y="650809"/>
                    <a:pt x="160261" y="633029"/>
                  </a:cubicBezTo>
                  <a:cubicBezTo>
                    <a:pt x="129781" y="615249"/>
                    <a:pt x="101841" y="592389"/>
                    <a:pt x="78981" y="565719"/>
                  </a:cubicBezTo>
                  <a:cubicBezTo>
                    <a:pt x="57391" y="540319"/>
                    <a:pt x="37071" y="508569"/>
                    <a:pt x="24371" y="476819"/>
                  </a:cubicBezTo>
                  <a:cubicBezTo>
                    <a:pt x="11671" y="445069"/>
                    <a:pt x="2781" y="409509"/>
                    <a:pt x="241" y="375219"/>
                  </a:cubicBezTo>
                  <a:cubicBezTo>
                    <a:pt x="-1029" y="340929"/>
                    <a:pt x="2781" y="304099"/>
                    <a:pt x="10401" y="271079"/>
                  </a:cubicBezTo>
                  <a:cubicBezTo>
                    <a:pt x="19291" y="236789"/>
                    <a:pt x="34531" y="203769"/>
                    <a:pt x="53581" y="174559"/>
                  </a:cubicBezTo>
                  <a:cubicBezTo>
                    <a:pt x="72631" y="146619"/>
                    <a:pt x="98031" y="119949"/>
                    <a:pt x="124701" y="98359"/>
                  </a:cubicBezTo>
                  <a:cubicBezTo>
                    <a:pt x="152641" y="76769"/>
                    <a:pt x="174231" y="61529"/>
                    <a:pt x="217411" y="47559"/>
                  </a:cubicBezTo>
                  <a:cubicBezTo>
                    <a:pt x="296151" y="23429"/>
                    <a:pt x="434581" y="15809"/>
                    <a:pt x="578091" y="8189"/>
                  </a:cubicBezTo>
                  <a:cubicBezTo>
                    <a:pt x="786371" y="-701"/>
                    <a:pt x="1194041" y="-9591"/>
                    <a:pt x="1346441" y="23429"/>
                  </a:cubicBezTo>
                  <a:cubicBezTo>
                    <a:pt x="1415021" y="37399"/>
                    <a:pt x="1449311" y="53909"/>
                    <a:pt x="1488681" y="84389"/>
                  </a:cubicBezTo>
                  <a:cubicBezTo>
                    <a:pt x="1529321" y="114869"/>
                    <a:pt x="1566151" y="168209"/>
                    <a:pt x="1586471" y="205039"/>
                  </a:cubicBezTo>
                  <a:cubicBezTo>
                    <a:pt x="1600441" y="231709"/>
                    <a:pt x="1606791" y="249489"/>
                    <a:pt x="1610601" y="279969"/>
                  </a:cubicBezTo>
                  <a:cubicBezTo>
                    <a:pt x="1615681" y="321879"/>
                    <a:pt x="1613141" y="392999"/>
                    <a:pt x="1602981" y="434909"/>
                  </a:cubicBezTo>
                  <a:cubicBezTo>
                    <a:pt x="1596631" y="464119"/>
                    <a:pt x="1589011" y="481899"/>
                    <a:pt x="1571231" y="506029"/>
                  </a:cubicBezTo>
                  <a:cubicBezTo>
                    <a:pt x="1548371" y="541589"/>
                    <a:pt x="1506461" y="591119"/>
                    <a:pt x="1463281" y="617789"/>
                  </a:cubicBezTo>
                  <a:cubicBezTo>
                    <a:pt x="1421371" y="643189"/>
                    <a:pt x="1319771" y="672399"/>
                    <a:pt x="1315961" y="664779"/>
                  </a:cubicBezTo>
                  <a:cubicBezTo>
                    <a:pt x="1312151" y="657159"/>
                    <a:pt x="1470901" y="558099"/>
                    <a:pt x="1467091" y="553019"/>
                  </a:cubicBezTo>
                  <a:cubicBezTo>
                    <a:pt x="1463281" y="546669"/>
                    <a:pt x="1270241" y="678749"/>
                    <a:pt x="1161021" y="710499"/>
                  </a:cubicBezTo>
                  <a:cubicBezTo>
                    <a:pt x="1050531" y="742249"/>
                    <a:pt x="929881" y="744789"/>
                    <a:pt x="806691" y="740979"/>
                  </a:cubicBezTo>
                  <a:cubicBezTo>
                    <a:pt x="672071" y="737169"/>
                    <a:pt x="467601" y="701609"/>
                    <a:pt x="385051" y="680019"/>
                  </a:cubicBezTo>
                  <a:cubicBezTo>
                    <a:pt x="350761" y="671129"/>
                    <a:pt x="338061" y="668589"/>
                    <a:pt x="312661" y="653349"/>
                  </a:cubicBezTo>
                  <a:cubicBezTo>
                    <a:pt x="275831" y="630489"/>
                    <a:pt x="222491" y="583499"/>
                    <a:pt x="195821" y="550479"/>
                  </a:cubicBezTo>
                  <a:cubicBezTo>
                    <a:pt x="178041" y="526349"/>
                    <a:pt x="169151" y="509839"/>
                    <a:pt x="160261" y="480629"/>
                  </a:cubicBezTo>
                  <a:cubicBezTo>
                    <a:pt x="147561" y="439989"/>
                    <a:pt x="138671" y="368869"/>
                    <a:pt x="141211" y="326959"/>
                  </a:cubicBezTo>
                  <a:cubicBezTo>
                    <a:pt x="142481" y="297749"/>
                    <a:pt x="147561" y="278699"/>
                    <a:pt x="160261" y="250759"/>
                  </a:cubicBezTo>
                  <a:cubicBezTo>
                    <a:pt x="176771" y="212659"/>
                    <a:pt x="211061" y="156779"/>
                    <a:pt x="247891" y="123759"/>
                  </a:cubicBezTo>
                  <a:cubicBezTo>
                    <a:pt x="285991" y="90739"/>
                    <a:pt x="339331" y="66609"/>
                    <a:pt x="385051" y="51369"/>
                  </a:cubicBezTo>
                  <a:cubicBezTo>
                    <a:pt x="428231" y="37399"/>
                    <a:pt x="459981" y="34859"/>
                    <a:pt x="514591" y="29779"/>
                  </a:cubicBezTo>
                  <a:cubicBezTo>
                    <a:pt x="602221" y="22159"/>
                    <a:pt x="748271" y="25969"/>
                    <a:pt x="862571" y="29779"/>
                  </a:cubicBezTo>
                  <a:cubicBezTo>
                    <a:pt x="973061" y="33589"/>
                    <a:pt x="1091171" y="38669"/>
                    <a:pt x="1191501" y="51369"/>
                  </a:cubicBezTo>
                  <a:cubicBezTo>
                    <a:pt x="1276591" y="62799"/>
                    <a:pt x="1371841" y="78039"/>
                    <a:pt x="1425181" y="97089"/>
                  </a:cubicBezTo>
                  <a:cubicBezTo>
                    <a:pt x="1455661" y="108519"/>
                    <a:pt x="1469631" y="116139"/>
                    <a:pt x="1492491" y="135189"/>
                  </a:cubicBezTo>
                  <a:cubicBezTo>
                    <a:pt x="1525511" y="163129"/>
                    <a:pt x="1571231" y="217739"/>
                    <a:pt x="1591551" y="254569"/>
                  </a:cubicBezTo>
                  <a:cubicBezTo>
                    <a:pt x="1606791" y="281239"/>
                    <a:pt x="1613141" y="299019"/>
                    <a:pt x="1616951" y="328229"/>
                  </a:cubicBezTo>
                  <a:cubicBezTo>
                    <a:pt x="1623301" y="370139"/>
                    <a:pt x="1622031" y="442529"/>
                    <a:pt x="1611871" y="483169"/>
                  </a:cubicBezTo>
                  <a:cubicBezTo>
                    <a:pt x="1606791" y="513649"/>
                    <a:pt x="1599171" y="530159"/>
                    <a:pt x="1582661" y="555559"/>
                  </a:cubicBezTo>
                  <a:cubicBezTo>
                    <a:pt x="1559801" y="591119"/>
                    <a:pt x="1510271" y="643189"/>
                    <a:pt x="1475981" y="668589"/>
                  </a:cubicBezTo>
                  <a:cubicBezTo>
                    <a:pt x="1451851" y="686369"/>
                    <a:pt x="1434071" y="693989"/>
                    <a:pt x="1406131" y="702879"/>
                  </a:cubicBezTo>
                  <a:cubicBezTo>
                    <a:pt x="1365491" y="714309"/>
                    <a:pt x="1251191" y="716849"/>
                    <a:pt x="1251191" y="71684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784343" y="3926133"/>
            <a:ext cx="1759871" cy="2256245"/>
          </a:xfrm>
          <a:custGeom>
            <a:avLst/>
            <a:gdLst/>
            <a:ahLst/>
            <a:cxnLst/>
            <a:rect r="r" b="b" t="t" l="l"/>
            <a:pathLst>
              <a:path h="2256245" w="1759871">
                <a:moveTo>
                  <a:pt x="0" y="0"/>
                </a:moveTo>
                <a:lnTo>
                  <a:pt x="1759872" y="0"/>
                </a:lnTo>
                <a:lnTo>
                  <a:pt x="1759872" y="2256246"/>
                </a:lnTo>
                <a:lnTo>
                  <a:pt x="0" y="2256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15912" y="4019904"/>
            <a:ext cx="1996826" cy="2243625"/>
          </a:xfrm>
          <a:custGeom>
            <a:avLst/>
            <a:gdLst/>
            <a:ahLst/>
            <a:cxnLst/>
            <a:rect r="r" b="b" t="t" l="l"/>
            <a:pathLst>
              <a:path h="2243625" w="1996826">
                <a:moveTo>
                  <a:pt x="0" y="0"/>
                </a:moveTo>
                <a:lnTo>
                  <a:pt x="1996826" y="0"/>
                </a:lnTo>
                <a:lnTo>
                  <a:pt x="1996826" y="2243625"/>
                </a:lnTo>
                <a:lnTo>
                  <a:pt x="0" y="2243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19180" y="1228725"/>
            <a:ext cx="10485364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Solución propuesta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9180" y="2445694"/>
            <a:ext cx="6521355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Generaremos una aplicación movil para paciente y psicologo: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29494" y="3398086"/>
            <a:ext cx="1269570" cy="356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  <a:spcBef>
                <a:spcPct val="0"/>
              </a:spcBef>
            </a:pPr>
            <a:r>
              <a:rPr lang="en-US" sz="209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Paciente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79540" y="3491857"/>
            <a:ext cx="1269570" cy="356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  <a:spcBef>
                <a:spcPct val="0"/>
              </a:spcBef>
            </a:pPr>
            <a:r>
              <a:rPr lang="en-US" sz="209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Psicólogo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4756" y="6325254"/>
            <a:ext cx="4574356" cy="369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Tendrá una Pestaña que deberá rellenar a diario según como se sienta según distintos aspectos: Sueño-Alimentación-Estrés-Ejercicio-Hidratación.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Tendrá Acceso a Conversar Con un Agente IA que le dará recomendaciones de ejercicios, respiraciones y/o soluciones que no involucren medicación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87701" y="6385747"/>
            <a:ext cx="485252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Tendrá un Dashboard con el resgistro de sus pacientes, con rangos de fecha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Tendrá Acceso a Revisar las Conversaciones del Paciente con el Agente 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8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2220436" y="-216336"/>
            <a:ext cx="2361227" cy="2168597"/>
            <a:chOff x="0" y="0"/>
            <a:chExt cx="1635282" cy="15018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408067" y="2184506"/>
            <a:ext cx="10354973" cy="7898501"/>
          </a:xfrm>
          <a:custGeom>
            <a:avLst/>
            <a:gdLst/>
            <a:ahLst/>
            <a:cxnLst/>
            <a:rect r="r" b="b" t="t" l="l"/>
            <a:pathLst>
              <a:path h="7898501" w="10354973">
                <a:moveTo>
                  <a:pt x="0" y="0"/>
                </a:moveTo>
                <a:lnTo>
                  <a:pt x="10354973" y="0"/>
                </a:lnTo>
                <a:lnTo>
                  <a:pt x="10354973" y="7898502"/>
                </a:lnTo>
                <a:lnTo>
                  <a:pt x="0" y="789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58340" y="410866"/>
            <a:ext cx="5648944" cy="84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3"/>
              </a:lnSpc>
              <a:spcBef>
                <a:spcPct val="0"/>
              </a:spcBef>
            </a:pPr>
            <a:r>
              <a:rPr lang="en-US" b="true" sz="660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Metodología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40858" y="1291822"/>
            <a:ext cx="990051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Trabajaremos Bajo una metodología ágil de Scrum bajo 8 sprints de 2 semanas de duración cada uno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2220436" y="-216336"/>
            <a:ext cx="2361227" cy="2168597"/>
            <a:chOff x="0" y="0"/>
            <a:chExt cx="1635282" cy="15018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4150972" y="3952123"/>
            <a:ext cx="3502665" cy="3502665"/>
            <a:chOff x="0" y="0"/>
            <a:chExt cx="8909050" cy="890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223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6699FF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258017" y="3947807"/>
            <a:ext cx="3340626" cy="3340626"/>
            <a:chOff x="0" y="0"/>
            <a:chExt cx="8909050" cy="890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3"/>
              <a:stretch>
                <a:fillRect l="223" t="-5943" r="223" b="-71918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6699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675156" y="1766763"/>
            <a:ext cx="2937689" cy="84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3"/>
              </a:lnSpc>
              <a:spcBef>
                <a:spcPct val="0"/>
              </a:spcBef>
            </a:pPr>
            <a:r>
              <a:rPr lang="en-US" b="true" sz="660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Roles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31776" y="7719968"/>
            <a:ext cx="505954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Yosvani Alfaro Pérez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Product Owner y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Desarrollador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0" y="7719968"/>
            <a:ext cx="505954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Vanessa Arias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Scrum Master y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Desarrolladora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99999">
            <a:off x="17069454" y="7596974"/>
            <a:ext cx="3966553" cy="3612162"/>
            <a:chOff x="0" y="0"/>
            <a:chExt cx="2747059" cy="25016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059" cy="2501624"/>
            </a:xfrm>
            <a:custGeom>
              <a:avLst/>
              <a:gdLst/>
              <a:ahLst/>
              <a:cxnLst/>
              <a:rect r="r" b="b" t="t" l="l"/>
              <a:pathLst>
                <a:path h="2501624" w="2747059">
                  <a:moveTo>
                    <a:pt x="0" y="0"/>
                  </a:moveTo>
                  <a:lnTo>
                    <a:pt x="2747059" y="0"/>
                  </a:lnTo>
                  <a:lnTo>
                    <a:pt x="2747059" y="2501624"/>
                  </a:lnTo>
                  <a:lnTo>
                    <a:pt x="0" y="2501624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7059" cy="253972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-2033362" y="-643107"/>
            <a:ext cx="4066725" cy="3734959"/>
            <a:chOff x="0" y="0"/>
            <a:chExt cx="2816434" cy="2586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2357437" y="-973775"/>
            <a:ext cx="1932482" cy="1774829"/>
            <a:chOff x="0" y="0"/>
            <a:chExt cx="1338352" cy="12291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8352" cy="1229168"/>
            </a:xfrm>
            <a:custGeom>
              <a:avLst/>
              <a:gdLst/>
              <a:ahLst/>
              <a:cxnLst/>
              <a:rect r="r" b="b" t="t" l="l"/>
              <a:pathLst>
                <a:path h="1229168" w="1338352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247" y="2348066"/>
            <a:ext cx="16003313" cy="5830569"/>
          </a:xfrm>
          <a:custGeom>
            <a:avLst/>
            <a:gdLst/>
            <a:ahLst/>
            <a:cxnLst/>
            <a:rect r="r" b="b" t="t" l="l"/>
            <a:pathLst>
              <a:path h="5830569" w="16003313">
                <a:moveTo>
                  <a:pt x="0" y="0"/>
                </a:moveTo>
                <a:lnTo>
                  <a:pt x="16003313" y="0"/>
                </a:lnTo>
                <a:lnTo>
                  <a:pt x="16003313" y="5830569"/>
                </a:lnTo>
                <a:lnTo>
                  <a:pt x="0" y="5830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69284" y="1228725"/>
            <a:ext cx="9749432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Mapa tecnológico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95636" y="5733884"/>
            <a:ext cx="949970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React Native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43513" y="5831855"/>
            <a:ext cx="784622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Java Script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2884" y="5635913"/>
            <a:ext cx="841921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Type Script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71660" y="5733884"/>
            <a:ext cx="959495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Tailwind CSS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17972" y="4711224"/>
            <a:ext cx="541883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MYSQL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71699" y="4613253"/>
            <a:ext cx="1003102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Gemini Nano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71705" y="7605289"/>
            <a:ext cx="1334393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Android KeyStore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07808" y="7605289"/>
            <a:ext cx="1678632" cy="23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28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React Native Keychain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12946" y="4925306"/>
            <a:ext cx="1763818" cy="41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07"/>
              </a:lnSpc>
              <a:spcBef>
                <a:spcPct val="0"/>
              </a:spcBef>
            </a:pPr>
            <a:r>
              <a:rPr lang="en-US" sz="1219" strike="noStrike" u="none">
                <a:solidFill>
                  <a:srgbClr val="2D6A4F"/>
                </a:solidFill>
                <a:latin typeface="Open Sans"/>
                <a:ea typeface="Open Sans"/>
                <a:cs typeface="Open Sans"/>
                <a:sym typeface="Open Sans"/>
              </a:rPr>
              <a:t>Celular Sistema Operativo Android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83065" y="1508306"/>
            <a:ext cx="4559864" cy="56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48"/>
              </a:lnSpc>
              <a:spcBef>
                <a:spcPct val="0"/>
              </a:spcBef>
            </a:pPr>
            <a:r>
              <a:rPr lang="en-US" b="true" sz="452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Competencias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45070" y="6399190"/>
            <a:ext cx="4197860" cy="133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6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Lorem ipsum dolor sit amet, consectetur adipiscing elit. Suspendisse elit libero, egestas vitae bibendum a, gravida non quam. In mattis, mauris.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38593" y="2927705"/>
            <a:ext cx="8947117" cy="556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444" indent="-383222" lvl="1">
              <a:lnSpc>
                <a:spcPts val="4011"/>
              </a:lnSpc>
              <a:spcBef>
                <a:spcPct val="0"/>
              </a:spcBef>
              <a:buFont typeface="Arial"/>
              <a:buChar char="•"/>
            </a:pPr>
            <a:r>
              <a:rPr lang="en-US" sz="354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Diseñar y gestionar soluciones para resolver requerimientos</a:t>
            </a:r>
          </a:p>
          <a:p>
            <a:pPr algn="l" marL="766444" indent="-383222" lvl="1">
              <a:lnSpc>
                <a:spcPts val="4011"/>
              </a:lnSpc>
              <a:spcBef>
                <a:spcPct val="0"/>
              </a:spcBef>
              <a:buFont typeface="Arial"/>
              <a:buChar char="•"/>
            </a:pPr>
            <a:r>
              <a:rPr lang="en-US" sz="354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 marL="766444" indent="-383222" lvl="1">
              <a:lnSpc>
                <a:spcPts val="4011"/>
              </a:lnSpc>
              <a:spcBef>
                <a:spcPct val="0"/>
              </a:spcBef>
              <a:buFont typeface="Arial"/>
              <a:buChar char="•"/>
            </a:pPr>
            <a:r>
              <a:rPr lang="en-US" sz="354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Diseñar y adaptar procesos de ingeniería para una problemática real</a:t>
            </a:r>
          </a:p>
          <a:p>
            <a:pPr algn="l" marL="766444" indent="-383222" lvl="1">
              <a:lnSpc>
                <a:spcPts val="4011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766444" indent="-383222" lvl="1">
              <a:lnSpc>
                <a:spcPts val="4011"/>
              </a:lnSpc>
              <a:spcBef>
                <a:spcPct val="0"/>
              </a:spcBef>
              <a:buFont typeface="Arial"/>
              <a:buChar char="•"/>
            </a:pPr>
            <a:r>
              <a:rPr lang="en-US" sz="354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Diseñar soluciones de software enfocado en plataformas móviles </a:t>
            </a:r>
          </a:p>
          <a:p>
            <a:pPr algn="l" marL="766444" indent="-383222" lvl="1">
              <a:lnSpc>
                <a:spcPts val="4011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766444" indent="-383222" lvl="1">
              <a:lnSpc>
                <a:spcPts val="4011"/>
              </a:lnSpc>
              <a:spcBef>
                <a:spcPct val="0"/>
              </a:spcBef>
              <a:buFont typeface="Arial"/>
              <a:buChar char="•"/>
            </a:pPr>
            <a:r>
              <a:rPr lang="en-US" sz="354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Gestión del Trabajo en Equipo</a:t>
            </a:r>
          </a:p>
        </p:txBody>
      </p:sp>
      <p:grpSp>
        <p:nvGrpSpPr>
          <p:cNvPr name="Group 8" id="8"/>
          <p:cNvGrpSpPr/>
          <p:nvPr/>
        </p:nvGrpSpPr>
        <p:grpSpPr>
          <a:xfrm rot="-2699999">
            <a:off x="-1934389" y="-747880"/>
            <a:ext cx="3868778" cy="3553160"/>
            <a:chOff x="0" y="0"/>
            <a:chExt cx="2679345" cy="2460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6542837" y="1273066"/>
            <a:ext cx="3868778" cy="3553160"/>
            <a:chOff x="0" y="0"/>
            <a:chExt cx="2679345" cy="2460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15956737" y="319216"/>
            <a:ext cx="1545012" cy="1418968"/>
            <a:chOff x="0" y="0"/>
            <a:chExt cx="1070007" cy="9827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0007" cy="982715"/>
            </a:xfrm>
            <a:custGeom>
              <a:avLst/>
              <a:gdLst/>
              <a:ahLst/>
              <a:cxnLst/>
              <a:rect r="r" b="b" t="t" l="l"/>
              <a:pathLst>
                <a:path h="982715" w="1070007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699999">
            <a:off x="539529" y="2547337"/>
            <a:ext cx="1967492" cy="1806982"/>
            <a:chOff x="0" y="0"/>
            <a:chExt cx="1362598" cy="12514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2598" cy="1251436"/>
            </a:xfrm>
            <a:custGeom>
              <a:avLst/>
              <a:gdLst/>
              <a:ahLst/>
              <a:cxnLst/>
              <a:rect r="r" b="b" t="t" l="l"/>
              <a:pathLst>
                <a:path h="1251436" w="1362598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237794"/>
            <a:ext cx="4173822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Riesgos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2064" y="3691431"/>
            <a:ext cx="6262888" cy="324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No Cumplir con los Plazos establecidos</a:t>
            </a:r>
          </a:p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Desorganización interna.</a:t>
            </a:r>
          </a:p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Baja Participación por parte del paciente</a:t>
            </a:r>
          </a:p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Manejo de Datos Sensibles (Salud Mental)</a:t>
            </a:r>
          </a:p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Incumplir bases legales </a:t>
            </a:r>
          </a:p>
          <a:p>
            <a:pPr algn="l">
              <a:lnSpc>
                <a:spcPts val="440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-2699999">
            <a:off x="13551287" y="-1511178"/>
            <a:ext cx="5530977" cy="5079756"/>
            <a:chOff x="0" y="0"/>
            <a:chExt cx="3830511" cy="3518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30511" cy="3518015"/>
            </a:xfrm>
            <a:custGeom>
              <a:avLst/>
              <a:gdLst/>
              <a:ahLst/>
              <a:cxnLst/>
              <a:rect r="r" b="b" t="t" l="l"/>
              <a:pathLst>
                <a:path h="3518015" w="3830511">
                  <a:moveTo>
                    <a:pt x="0" y="0"/>
                  </a:moveTo>
                  <a:lnTo>
                    <a:pt x="3830511" y="0"/>
                  </a:lnTo>
                  <a:lnTo>
                    <a:pt x="3830511" y="3518015"/>
                  </a:lnTo>
                  <a:lnTo>
                    <a:pt x="0" y="3518015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30511" cy="355611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699999">
            <a:off x="15314662" y="4750439"/>
            <a:ext cx="4066725" cy="3734959"/>
            <a:chOff x="0" y="0"/>
            <a:chExt cx="2816434" cy="2586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2309877" y="7850237"/>
            <a:ext cx="4066725" cy="3734959"/>
            <a:chOff x="0" y="0"/>
            <a:chExt cx="2816434" cy="2586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699999">
            <a:off x="10185448" y="6676280"/>
            <a:ext cx="2463263" cy="2404783"/>
            <a:chOff x="0" y="0"/>
            <a:chExt cx="1705947" cy="16654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5947" cy="1665447"/>
            </a:xfrm>
            <a:custGeom>
              <a:avLst/>
              <a:gdLst/>
              <a:ahLst/>
              <a:cxnLst/>
              <a:rect r="r" b="b" t="t" l="l"/>
              <a:pathLst>
                <a:path h="1665447" w="1705947">
                  <a:moveTo>
                    <a:pt x="0" y="0"/>
                  </a:moveTo>
                  <a:lnTo>
                    <a:pt x="1705947" y="0"/>
                  </a:lnTo>
                  <a:lnTo>
                    <a:pt x="1705947" y="1665447"/>
                  </a:lnTo>
                  <a:lnTo>
                    <a:pt x="0" y="1665447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05947" cy="170354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27172" y="2298781"/>
            <a:ext cx="5365403" cy="536540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873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237794"/>
            <a:ext cx="8855550" cy="10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Seguridad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78361"/>
            <a:ext cx="5976251" cy="379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Ley de Protección de Datos 21.719.</a:t>
            </a:r>
          </a:p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Iso 27.001 - 27.002 -  27.701. </a:t>
            </a:r>
          </a:p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Android KeyStore: Acceso y Cifrado de Contraseñas</a:t>
            </a:r>
          </a:p>
          <a:p>
            <a:pPr algn="l" marL="410209" indent="-205105" lvl="1">
              <a:lnSpc>
                <a:spcPts val="44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React Native KeyChain:  Cifrado de la conversación entre el paciente y modelo IA</a:t>
            </a:r>
          </a:p>
          <a:p>
            <a:pPr algn="l">
              <a:lnSpc>
                <a:spcPts val="440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-2699999">
            <a:off x="13551287" y="-1511178"/>
            <a:ext cx="5530977" cy="5079756"/>
            <a:chOff x="0" y="0"/>
            <a:chExt cx="3830511" cy="3518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30511" cy="3518015"/>
            </a:xfrm>
            <a:custGeom>
              <a:avLst/>
              <a:gdLst/>
              <a:ahLst/>
              <a:cxnLst/>
              <a:rect r="r" b="b" t="t" l="l"/>
              <a:pathLst>
                <a:path h="3518015" w="3830511">
                  <a:moveTo>
                    <a:pt x="0" y="0"/>
                  </a:moveTo>
                  <a:lnTo>
                    <a:pt x="3830511" y="0"/>
                  </a:lnTo>
                  <a:lnTo>
                    <a:pt x="3830511" y="3518015"/>
                  </a:lnTo>
                  <a:lnTo>
                    <a:pt x="0" y="3518015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30511" cy="355611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699999">
            <a:off x="15314662" y="4750439"/>
            <a:ext cx="4066725" cy="3734959"/>
            <a:chOff x="0" y="0"/>
            <a:chExt cx="2816434" cy="2586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2309877" y="7850237"/>
            <a:ext cx="4066725" cy="3734959"/>
            <a:chOff x="0" y="0"/>
            <a:chExt cx="2816434" cy="2586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699999">
            <a:off x="10185448" y="6676280"/>
            <a:ext cx="2463263" cy="2404783"/>
            <a:chOff x="0" y="0"/>
            <a:chExt cx="1705947" cy="16654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5947" cy="1665447"/>
            </a:xfrm>
            <a:custGeom>
              <a:avLst/>
              <a:gdLst/>
              <a:ahLst/>
              <a:cxnLst/>
              <a:rect r="r" b="b" t="t" l="l"/>
              <a:pathLst>
                <a:path h="1665447" w="1705947">
                  <a:moveTo>
                    <a:pt x="0" y="0"/>
                  </a:moveTo>
                  <a:lnTo>
                    <a:pt x="1705947" y="0"/>
                  </a:lnTo>
                  <a:lnTo>
                    <a:pt x="1705947" y="1665447"/>
                  </a:lnTo>
                  <a:lnTo>
                    <a:pt x="0" y="1665447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05947" cy="170354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27172" y="2298781"/>
            <a:ext cx="5365403" cy="536540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974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28725"/>
            <a:ext cx="8855550" cy="19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Modelo de negocio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7609" y="4043664"/>
            <a:ext cx="6836161" cy="510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51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Modelo B2B2C</a:t>
            </a:r>
          </a:p>
          <a:p>
            <a:pPr algn="l" marL="474979" indent="-237490" lvl="1">
              <a:lnSpc>
                <a:spcPts val="51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Suscripción Mensual/Anual para los Psicólogos.</a:t>
            </a:r>
          </a:p>
          <a:p>
            <a:pPr algn="l" marL="474979" indent="-237490" lvl="1">
              <a:lnSpc>
                <a:spcPts val="51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Distinta Suscripción en Base a la demanda de pacientes .</a:t>
            </a:r>
          </a:p>
          <a:p>
            <a:pPr algn="l" marL="474979" indent="-237490" lvl="1">
              <a:lnSpc>
                <a:spcPts val="51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Gratis para los pacientes.</a:t>
            </a:r>
          </a:p>
          <a:p>
            <a:pPr algn="l" marL="474979" indent="-237490" lvl="1">
              <a:lnSpc>
                <a:spcPts val="51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trike="noStrike" u="none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Instancia de Base de Datos única por Psicólogo.</a:t>
            </a:r>
          </a:p>
        </p:txBody>
      </p:sp>
      <p:grpSp>
        <p:nvGrpSpPr>
          <p:cNvPr name="Group 7" id="7"/>
          <p:cNvGrpSpPr/>
          <p:nvPr/>
        </p:nvGrpSpPr>
        <p:grpSpPr>
          <a:xfrm rot="-2699999">
            <a:off x="13551287" y="-1511178"/>
            <a:ext cx="5530977" cy="5079756"/>
            <a:chOff x="0" y="0"/>
            <a:chExt cx="3830511" cy="3518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30511" cy="3518015"/>
            </a:xfrm>
            <a:custGeom>
              <a:avLst/>
              <a:gdLst/>
              <a:ahLst/>
              <a:cxnLst/>
              <a:rect r="r" b="b" t="t" l="l"/>
              <a:pathLst>
                <a:path h="3518015" w="3830511">
                  <a:moveTo>
                    <a:pt x="0" y="0"/>
                  </a:moveTo>
                  <a:lnTo>
                    <a:pt x="3830511" y="0"/>
                  </a:lnTo>
                  <a:lnTo>
                    <a:pt x="3830511" y="3518015"/>
                  </a:lnTo>
                  <a:lnTo>
                    <a:pt x="0" y="3518015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30511" cy="355611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699999">
            <a:off x="15314662" y="4750439"/>
            <a:ext cx="4066725" cy="3734959"/>
            <a:chOff x="0" y="0"/>
            <a:chExt cx="2816434" cy="2586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2309877" y="7850237"/>
            <a:ext cx="4066725" cy="3734959"/>
            <a:chOff x="0" y="0"/>
            <a:chExt cx="2816434" cy="2586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6434" cy="2586668"/>
            </a:xfrm>
            <a:custGeom>
              <a:avLst/>
              <a:gdLst/>
              <a:ahLst/>
              <a:cxnLst/>
              <a:rect r="r" b="b" t="t" l="l"/>
              <a:pathLst>
                <a:path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699999">
            <a:off x="10185448" y="6676280"/>
            <a:ext cx="2463263" cy="2404783"/>
            <a:chOff x="0" y="0"/>
            <a:chExt cx="1705947" cy="16654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5947" cy="1665447"/>
            </a:xfrm>
            <a:custGeom>
              <a:avLst/>
              <a:gdLst/>
              <a:ahLst/>
              <a:cxnLst/>
              <a:rect r="r" b="b" t="t" l="l"/>
              <a:pathLst>
                <a:path h="1665447" w="1705947">
                  <a:moveTo>
                    <a:pt x="0" y="0"/>
                  </a:moveTo>
                  <a:lnTo>
                    <a:pt x="1705947" y="0"/>
                  </a:lnTo>
                  <a:lnTo>
                    <a:pt x="1705947" y="1665447"/>
                  </a:lnTo>
                  <a:lnTo>
                    <a:pt x="0" y="1665447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05947" cy="170354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27172" y="2298781"/>
            <a:ext cx="5365403" cy="536540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29029" y="1763601"/>
            <a:ext cx="4067726" cy="8048695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4741458" y="1763601"/>
            <a:ext cx="4067726" cy="8048695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3294" t="0" r="-3294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9053888" y="1763601"/>
            <a:ext cx="4067726" cy="8048695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3369264" y="1763601"/>
            <a:ext cx="4067726" cy="8048695"/>
            <a:chOff x="0" y="0"/>
            <a:chExt cx="2620010" cy="5184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2885" t="0" r="-2885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4861155" y="665287"/>
            <a:ext cx="8565690" cy="9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1"/>
              </a:lnSpc>
              <a:spcBef>
                <a:spcPct val="0"/>
              </a:spcBef>
            </a:pPr>
            <a:r>
              <a:rPr lang="en-US" b="true" sz="7299" strike="noStrike" u="none">
                <a:solidFill>
                  <a:srgbClr val="2D6A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Mockup Paciente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29029" y="1763601"/>
            <a:ext cx="4067726" cy="8048695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4741458" y="1763601"/>
            <a:ext cx="4067726" cy="8048695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" r="0" b="-22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9053888" y="1763601"/>
            <a:ext cx="4067726" cy="8048695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4" r="0" b="-34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3369264" y="1763601"/>
            <a:ext cx="4067726" cy="8048695"/>
            <a:chOff x="0" y="0"/>
            <a:chExt cx="2620010" cy="5184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2" r="0" b="-22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4861155" y="665287"/>
            <a:ext cx="8565690" cy="9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1"/>
              </a:lnSpc>
              <a:spcBef>
                <a:spcPct val="0"/>
              </a:spcBef>
            </a:pPr>
            <a:r>
              <a:rPr lang="en-US" b="true" sz="7299" strike="noStrike" u="none">
                <a:solidFill>
                  <a:srgbClr val="2D6A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Mockup Psicólogo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B7E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9650" y="1023380"/>
            <a:ext cx="10747629" cy="152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1883"/>
              </a:lnSpc>
              <a:spcBef>
                <a:spcPct val="0"/>
              </a:spcBef>
            </a:pPr>
            <a:r>
              <a:rPr lang="en-US" sz="10609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Conclusión</a:t>
            </a: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8140" cy="1832352"/>
            </a:xfrm>
            <a:custGeom>
              <a:avLst/>
              <a:gdLst/>
              <a:ahLst/>
              <a:cxnLst/>
              <a:rect r="r" b="b" t="t" l="l"/>
              <a:pathLst>
                <a:path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57279" y="1505970"/>
            <a:ext cx="5365403" cy="536540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00523" y="3117960"/>
            <a:ext cx="9981611" cy="42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Podemos concluir que el proyecto de desarrollo de Psicohábitos-IA  aborda una problemática real la cual están sufriendo un gran porcentaje de los Chilenos. </a:t>
            </a:r>
          </a:p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Esta App integrara desarrollo de software, BD, agente IA, experiencia de usuario y visualización de información. </a:t>
            </a:r>
          </a:p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Todas estas siendo prácticas y herramientas aprendidas durante todo nuestro proceso institucional.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DAHTr1Tb-S8</dc:identifier>
  <dcterms:modified xsi:type="dcterms:W3CDTF">2011-08-01T06:04:30Z</dcterms:modified>
  <cp:revision>1</cp:revision>
  <dc:title>ÍNDICE</dc:title>
</cp:coreProperties>
</file>